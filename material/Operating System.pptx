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customXml/itemProps1.xml" ContentType="application/vnd.openxmlformats-officedocument.customXmlProperties+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ppt/diagrams/layout5.xml" ContentType="application/vnd.openxmlformats-officedocument.drawingml.diagramLayout+xml"/>
  <Override PartName="/ppt/diagrams/data6.xml" ContentType="application/vnd.openxmlformats-officedocument.drawingml.diagramData+xml"/>
  <Override PartName="/ppt/notesSlides/notesSlide41.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Default Extension="png" ContentType="image/png"/>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Override PartName="/ppt/diagrams/drawing3.xml" ContentType="application/vnd.ms-office.drawingml.diagramDrawing+xml"/>
  <Override PartName="/customXml/itemProps2.xml" ContentType="application/vnd.openxmlformats-officedocument.customXmlProperties+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notesSlides/notesSlide39.xml" ContentType="application/vnd.openxmlformats-officedocument.presentationml.notesSlide+xml"/>
  <Default Extension="emf" ContentType="image/x-emf"/>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14.xml" ContentType="application/vnd.openxmlformats-officedocument.presentationml.slideLayout+xml"/>
  <Override PartName="/ppt/notesSlides/notesSlide24.xml" ContentType="application/vnd.openxmlformats-officedocument.presentationml.notesSlide+xml"/>
  <Override PartName="/ppt/diagrams/layout6.xml" ContentType="application/vnd.openxmlformats-officedocument.drawingml.diagramLayout+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diagrams/layout4.xml" ContentType="application/vnd.openxmlformats-officedocument.drawingml.diagram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diagrams/layout2.xml" ContentType="application/vnd.openxmlformats-officedocument.drawingml.diagramLayout+xml"/>
  <Override PartName="/ppt/notesSlides/notesSlide20.xml" ContentType="application/vnd.openxmlformats-officedocument.presentationml.notesSlide+xml"/>
  <Override PartName="/ppt/diagrams/data5.xml" ContentType="application/vnd.openxmlformats-officedocument.drawingml.diagramData+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colors5.xml" ContentType="application/vnd.openxmlformats-officedocument.drawingml.diagramColors+xml"/>
  <Override PartName="/ppt/diagrams/drawing6.xml" ContentType="application/vnd.ms-office.drawingml.diagramDrawing+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ppt/diagrams/quickStyle6.xml" ContentType="application/vnd.openxmlformats-officedocument.drawingml.diagramStyl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Default Extension="rels" ContentType="application/vnd.openxmlformats-package.relationships+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slides/slide23.xml" ContentType="application/vnd.openxmlformats-officedocument.presentationml.slide+xml"/>
  <Override PartName="/ppt/slides/slide41.xml" ContentType="application/vnd.openxmlformats-officedocument.presentationml.slide+xml"/>
  <Override PartName="/ppt/slideLayouts/slideLayout22.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diagrams/layout3.xml" ContentType="application/vnd.openxmlformats-officedocument.drawingml.diagramLayout+xml"/>
  <Override PartName="/ppt/diagrams/data4.xml" ContentType="application/vnd.openxmlformats-officedocument.drawingml.diagramData+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diagrams/colors6.xml" ContentType="application/vnd.openxmlformats-officedocument.drawingml.diagramColors+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diagrams/drawing5.xml" ContentType="application/vnd.ms-office.drawingml.diagramDrawing+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Default Extension="jpeg" ContentType="image/jpeg"/>
  <Override PartName="/ppt/slides/slide24.xml" ContentType="application/vnd.openxmlformats-officedocument.presentationml.slide+xml"/>
  <Override PartName="/ppt/slides/slide35.xml" ContentType="application/vnd.openxmlformats-officedocument.presentationml.slide+xml"/>
  <Override PartName="/ppt/slideLayouts/slideLayout16.xml" ContentType="application/vnd.openxmlformats-officedocument.presentationml.slideLayout+xml"/>
  <Override PartName="/ppt/diagrams/quickStyle1.xml" ContentType="application/vnd.openxmlformats-officedocument.drawingml.diagramStyle+xml"/>
  <Override PartName="/ppt/notesSlides/notesSlide37.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8"/>
  </p:notesMasterIdLst>
  <p:handoutMasterIdLst>
    <p:handoutMasterId r:id="rId49"/>
  </p:handoutMasterIdLst>
  <p:sldIdLst>
    <p:sldId id="296" r:id="rId2"/>
    <p:sldId id="495" r:id="rId3"/>
    <p:sldId id="497" r:id="rId4"/>
    <p:sldId id="510" r:id="rId5"/>
    <p:sldId id="330" r:id="rId6"/>
    <p:sldId id="511" r:id="rId7"/>
    <p:sldId id="509" r:id="rId8"/>
    <p:sldId id="512" r:id="rId9"/>
    <p:sldId id="513" r:id="rId10"/>
    <p:sldId id="410" r:id="rId11"/>
    <p:sldId id="514" r:id="rId12"/>
    <p:sldId id="505" r:id="rId13"/>
    <p:sldId id="415" r:id="rId14"/>
    <p:sldId id="416" r:id="rId15"/>
    <p:sldId id="461" r:id="rId16"/>
    <p:sldId id="507" r:id="rId17"/>
    <p:sldId id="417" r:id="rId18"/>
    <p:sldId id="418" r:id="rId19"/>
    <p:sldId id="422" r:id="rId20"/>
    <p:sldId id="464" r:id="rId21"/>
    <p:sldId id="501" r:id="rId22"/>
    <p:sldId id="467" r:id="rId23"/>
    <p:sldId id="468" r:id="rId24"/>
    <p:sldId id="469" r:id="rId25"/>
    <p:sldId id="470" r:id="rId26"/>
    <p:sldId id="471" r:id="rId27"/>
    <p:sldId id="472" r:id="rId28"/>
    <p:sldId id="474" r:id="rId29"/>
    <p:sldId id="475" r:id="rId30"/>
    <p:sldId id="504" r:id="rId31"/>
    <p:sldId id="476" r:id="rId32"/>
    <p:sldId id="492" r:id="rId33"/>
    <p:sldId id="478" r:id="rId34"/>
    <p:sldId id="479" r:id="rId35"/>
    <p:sldId id="493" r:id="rId36"/>
    <p:sldId id="480" r:id="rId37"/>
    <p:sldId id="481" r:id="rId38"/>
    <p:sldId id="502" r:id="rId39"/>
    <p:sldId id="482" r:id="rId40"/>
    <p:sldId id="483" r:id="rId41"/>
    <p:sldId id="489" r:id="rId42"/>
    <p:sldId id="490" r:id="rId43"/>
    <p:sldId id="503" r:id="rId44"/>
    <p:sldId id="508" r:id="rId45"/>
    <p:sldId id="498" r:id="rId46"/>
    <p:sldId id="496" r:id="rId4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155B"/>
    <a:srgbClr val="1965A7"/>
    <a:srgbClr val="595959"/>
    <a:srgbClr val="D2D2D2"/>
    <a:srgbClr val="FECA22"/>
    <a:srgbClr val="97EBFF"/>
    <a:srgbClr val="FAA906"/>
    <a:srgbClr val="FFFFFF"/>
    <a:srgbClr val="61932F"/>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0173" autoAdjust="0"/>
    <p:restoredTop sz="81333" autoAdjust="0"/>
  </p:normalViewPr>
  <p:slideViewPr>
    <p:cSldViewPr snapToGrid="0">
      <p:cViewPr varScale="1">
        <p:scale>
          <a:sx n="55" d="100"/>
          <a:sy n="55" d="100"/>
        </p:scale>
        <p:origin x="-1320" y="-84"/>
      </p:cViewPr>
      <p:guideLst>
        <p:guide orient="horz" pos="3940"/>
        <p:guide orient="horz" pos="495"/>
        <p:guide pos="5474"/>
        <p:guide pos="290"/>
        <p:guide pos="3259"/>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p:scale>
          <a:sx n="83" d="100"/>
          <a:sy n="83" d="100"/>
        </p:scale>
        <p:origin x="-1992" y="168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45D662-3A5C-4661-98E7-2EFC5D68FF05}" type="doc">
      <dgm:prSet loTypeId="urn:microsoft.com/office/officeart/2005/8/layout/radial4" loCatId="relationship" qsTypeId="urn:microsoft.com/office/officeart/2005/8/quickstyle/simple1" qsCatId="simple" csTypeId="urn:microsoft.com/office/officeart/2005/8/colors/colorful3" csCatId="colorful" phldr="1"/>
      <dgm:spPr/>
      <dgm:t>
        <a:bodyPr/>
        <a:lstStyle/>
        <a:p>
          <a:endParaRPr lang="en-US"/>
        </a:p>
      </dgm:t>
    </dgm:pt>
    <dgm:pt modelId="{4B3B8EDD-6755-414E-9091-100478720A13}">
      <dgm:prSet phldrT="[Text]"/>
      <dgm:spPr/>
      <dgm:t>
        <a:bodyPr/>
        <a:lstStyle/>
        <a:p>
          <a:r>
            <a:rPr lang="en-US" dirty="0" smtClean="0"/>
            <a:t>Operating System</a:t>
          </a:r>
          <a:endParaRPr lang="en-US" dirty="0"/>
        </a:p>
      </dgm:t>
    </dgm:pt>
    <dgm:pt modelId="{1B196CA0-2E50-4F33-AFAE-8A80FBBAB0B8}" type="parTrans" cxnId="{15FE679F-F1C5-45A0-99B5-C0A426777F66}">
      <dgm:prSet/>
      <dgm:spPr/>
      <dgm:t>
        <a:bodyPr/>
        <a:lstStyle/>
        <a:p>
          <a:endParaRPr lang="en-US"/>
        </a:p>
      </dgm:t>
    </dgm:pt>
    <dgm:pt modelId="{989E341E-5985-4BD9-9086-FB509A03F156}" type="sibTrans" cxnId="{15FE679F-F1C5-45A0-99B5-C0A426777F66}">
      <dgm:prSet/>
      <dgm:spPr/>
      <dgm:t>
        <a:bodyPr/>
        <a:lstStyle/>
        <a:p>
          <a:endParaRPr lang="en-US"/>
        </a:p>
      </dgm:t>
    </dgm:pt>
    <dgm:pt modelId="{FAC4D992-0D91-406A-8CB1-FE059026224B}">
      <dgm:prSet phldrT="[Text]"/>
      <dgm:spPr/>
      <dgm:t>
        <a:bodyPr/>
        <a:lstStyle/>
        <a:p>
          <a:r>
            <a:rPr lang="en-US" dirty="0" smtClean="0"/>
            <a:t>Memory Management</a:t>
          </a:r>
          <a:endParaRPr lang="en-US" dirty="0"/>
        </a:p>
      </dgm:t>
    </dgm:pt>
    <dgm:pt modelId="{BB6473DB-E01A-4C8A-AFD6-1095F6FED792}" type="parTrans" cxnId="{0DBC5978-FB32-4F44-913C-294061DFE0DD}">
      <dgm:prSet/>
      <dgm:spPr/>
      <dgm:t>
        <a:bodyPr/>
        <a:lstStyle/>
        <a:p>
          <a:endParaRPr lang="en-US"/>
        </a:p>
      </dgm:t>
    </dgm:pt>
    <dgm:pt modelId="{9DF37D42-2FF5-4BAD-836F-10DCE0846C96}" type="sibTrans" cxnId="{0DBC5978-FB32-4F44-913C-294061DFE0DD}">
      <dgm:prSet/>
      <dgm:spPr/>
      <dgm:t>
        <a:bodyPr/>
        <a:lstStyle/>
        <a:p>
          <a:endParaRPr lang="en-US"/>
        </a:p>
      </dgm:t>
    </dgm:pt>
    <dgm:pt modelId="{2E0CEF54-A06C-443B-84FF-EE1B945122EB}">
      <dgm:prSet phldrT="[Text]"/>
      <dgm:spPr/>
      <dgm:t>
        <a:bodyPr/>
        <a:lstStyle/>
        <a:p>
          <a:r>
            <a:rPr lang="en-US" dirty="0" smtClean="0"/>
            <a:t>File Management</a:t>
          </a:r>
          <a:endParaRPr lang="en-US" dirty="0"/>
        </a:p>
      </dgm:t>
    </dgm:pt>
    <dgm:pt modelId="{B337C942-300F-43C2-AADF-7E6228750D46}" type="parTrans" cxnId="{23B409FE-84F7-4B03-8ED3-9F43FD6FDE50}">
      <dgm:prSet/>
      <dgm:spPr/>
      <dgm:t>
        <a:bodyPr/>
        <a:lstStyle/>
        <a:p>
          <a:endParaRPr lang="en-US"/>
        </a:p>
      </dgm:t>
    </dgm:pt>
    <dgm:pt modelId="{B7FF1802-A23A-4F3D-891D-BC2570FF1F77}" type="sibTrans" cxnId="{23B409FE-84F7-4B03-8ED3-9F43FD6FDE50}">
      <dgm:prSet/>
      <dgm:spPr/>
      <dgm:t>
        <a:bodyPr/>
        <a:lstStyle/>
        <a:p>
          <a:endParaRPr lang="en-US"/>
        </a:p>
      </dgm:t>
    </dgm:pt>
    <dgm:pt modelId="{2393B4D0-5387-4C5F-8CC3-2D45A09C5418}">
      <dgm:prSet phldrT="[Text]"/>
      <dgm:spPr/>
      <dgm:t>
        <a:bodyPr/>
        <a:lstStyle/>
        <a:p>
          <a:r>
            <a:rPr lang="en-US" dirty="0" smtClean="0"/>
            <a:t>Process Management</a:t>
          </a:r>
          <a:endParaRPr lang="en-US" dirty="0"/>
        </a:p>
      </dgm:t>
    </dgm:pt>
    <dgm:pt modelId="{05B2D403-36F4-4B2D-9E22-58512F6A9A59}" type="parTrans" cxnId="{64C28451-8FBC-4739-8F3F-608688A4BD4F}">
      <dgm:prSet/>
      <dgm:spPr/>
      <dgm:t>
        <a:bodyPr/>
        <a:lstStyle/>
        <a:p>
          <a:endParaRPr lang="en-US"/>
        </a:p>
      </dgm:t>
    </dgm:pt>
    <dgm:pt modelId="{0366C087-B218-4556-ADE2-A72AE542443A}" type="sibTrans" cxnId="{64C28451-8FBC-4739-8F3F-608688A4BD4F}">
      <dgm:prSet/>
      <dgm:spPr/>
      <dgm:t>
        <a:bodyPr/>
        <a:lstStyle/>
        <a:p>
          <a:endParaRPr lang="en-US"/>
        </a:p>
      </dgm:t>
    </dgm:pt>
    <dgm:pt modelId="{9AE44ECF-6A12-4C9A-9D18-DB5966F07089}">
      <dgm:prSet phldrT="[Text]"/>
      <dgm:spPr/>
      <dgm:t>
        <a:bodyPr/>
        <a:lstStyle/>
        <a:p>
          <a:r>
            <a:rPr lang="en-US" dirty="0" smtClean="0"/>
            <a:t>Device Management</a:t>
          </a:r>
          <a:endParaRPr lang="en-US" dirty="0"/>
        </a:p>
      </dgm:t>
    </dgm:pt>
    <dgm:pt modelId="{81BE856C-EA74-4E7C-8C7F-F54C75BC6B17}" type="parTrans" cxnId="{A9988232-62AC-4F26-859D-ECFD39EFD799}">
      <dgm:prSet/>
      <dgm:spPr/>
      <dgm:t>
        <a:bodyPr/>
        <a:lstStyle/>
        <a:p>
          <a:endParaRPr lang="en-US"/>
        </a:p>
      </dgm:t>
    </dgm:pt>
    <dgm:pt modelId="{D802EA98-56A8-4963-A36E-ECCEBEC67D7B}" type="sibTrans" cxnId="{A9988232-62AC-4F26-859D-ECFD39EFD799}">
      <dgm:prSet/>
      <dgm:spPr/>
      <dgm:t>
        <a:bodyPr/>
        <a:lstStyle/>
        <a:p>
          <a:endParaRPr lang="en-US"/>
        </a:p>
      </dgm:t>
    </dgm:pt>
    <dgm:pt modelId="{0CE8847E-773A-4A78-A2D2-D574BB819D25}">
      <dgm:prSet phldrT="[Text]"/>
      <dgm:spPr/>
      <dgm:t>
        <a:bodyPr/>
        <a:lstStyle/>
        <a:p>
          <a:endParaRPr lang="en-US" dirty="0"/>
        </a:p>
      </dgm:t>
    </dgm:pt>
    <dgm:pt modelId="{677E8721-06FA-4C7B-88A8-AA1CFF7C496F}" type="sibTrans" cxnId="{9CB58A0F-6029-4268-B93C-6ACC0213213E}">
      <dgm:prSet/>
      <dgm:spPr/>
      <dgm:t>
        <a:bodyPr/>
        <a:lstStyle/>
        <a:p>
          <a:endParaRPr lang="en-US"/>
        </a:p>
      </dgm:t>
    </dgm:pt>
    <dgm:pt modelId="{6658BB3B-1AED-457D-901B-13EB5CEBA8B5}" type="parTrans" cxnId="{9CB58A0F-6029-4268-B93C-6ACC0213213E}">
      <dgm:prSet/>
      <dgm:spPr/>
      <dgm:t>
        <a:bodyPr/>
        <a:lstStyle/>
        <a:p>
          <a:endParaRPr lang="en-US"/>
        </a:p>
      </dgm:t>
    </dgm:pt>
    <dgm:pt modelId="{2F92A0B1-B76E-4C9D-8A1A-7580324D00E2}" type="pres">
      <dgm:prSet presAssocID="{4245D662-3A5C-4661-98E7-2EFC5D68FF05}" presName="cycle" presStyleCnt="0">
        <dgm:presLayoutVars>
          <dgm:chMax val="1"/>
          <dgm:dir/>
          <dgm:animLvl val="ctr"/>
          <dgm:resizeHandles val="exact"/>
        </dgm:presLayoutVars>
      </dgm:prSet>
      <dgm:spPr/>
      <dgm:t>
        <a:bodyPr/>
        <a:lstStyle/>
        <a:p>
          <a:endParaRPr lang="en-US"/>
        </a:p>
      </dgm:t>
    </dgm:pt>
    <dgm:pt modelId="{270661CB-8C36-476C-8C33-47812328E2A7}" type="pres">
      <dgm:prSet presAssocID="{4B3B8EDD-6755-414E-9091-100478720A13}" presName="centerShape" presStyleLbl="node0" presStyleIdx="0" presStyleCnt="1"/>
      <dgm:spPr/>
      <dgm:t>
        <a:bodyPr/>
        <a:lstStyle/>
        <a:p>
          <a:endParaRPr lang="en-US"/>
        </a:p>
      </dgm:t>
    </dgm:pt>
    <dgm:pt modelId="{FF8D1C8E-D45C-49DC-ACA7-7D9BDAB90E4B}" type="pres">
      <dgm:prSet presAssocID="{BB6473DB-E01A-4C8A-AFD6-1095F6FED792}" presName="parTrans" presStyleLbl="bgSibTrans2D1" presStyleIdx="0" presStyleCnt="4"/>
      <dgm:spPr/>
      <dgm:t>
        <a:bodyPr/>
        <a:lstStyle/>
        <a:p>
          <a:endParaRPr lang="en-US"/>
        </a:p>
      </dgm:t>
    </dgm:pt>
    <dgm:pt modelId="{C4A20DEE-D308-4960-9238-04BFF14A28D6}" type="pres">
      <dgm:prSet presAssocID="{FAC4D992-0D91-406A-8CB1-FE059026224B}" presName="node" presStyleLbl="node1" presStyleIdx="0" presStyleCnt="4">
        <dgm:presLayoutVars>
          <dgm:bulletEnabled val="1"/>
        </dgm:presLayoutVars>
      </dgm:prSet>
      <dgm:spPr/>
      <dgm:t>
        <a:bodyPr/>
        <a:lstStyle/>
        <a:p>
          <a:endParaRPr lang="en-US"/>
        </a:p>
      </dgm:t>
    </dgm:pt>
    <dgm:pt modelId="{92106517-7464-475A-904D-6B513D327D4A}" type="pres">
      <dgm:prSet presAssocID="{B337C942-300F-43C2-AADF-7E6228750D46}" presName="parTrans" presStyleLbl="bgSibTrans2D1" presStyleIdx="1" presStyleCnt="4"/>
      <dgm:spPr/>
      <dgm:t>
        <a:bodyPr/>
        <a:lstStyle/>
        <a:p>
          <a:endParaRPr lang="en-US"/>
        </a:p>
      </dgm:t>
    </dgm:pt>
    <dgm:pt modelId="{8099201C-F10C-47F7-8FF8-00CF989DF2A6}" type="pres">
      <dgm:prSet presAssocID="{2E0CEF54-A06C-443B-84FF-EE1B945122EB}" presName="node" presStyleLbl="node1" presStyleIdx="1" presStyleCnt="4">
        <dgm:presLayoutVars>
          <dgm:bulletEnabled val="1"/>
        </dgm:presLayoutVars>
      </dgm:prSet>
      <dgm:spPr/>
      <dgm:t>
        <a:bodyPr/>
        <a:lstStyle/>
        <a:p>
          <a:endParaRPr lang="en-US"/>
        </a:p>
      </dgm:t>
    </dgm:pt>
    <dgm:pt modelId="{41B848E6-1ED8-4FF0-BCC4-8A20EFAE8DA4}" type="pres">
      <dgm:prSet presAssocID="{05B2D403-36F4-4B2D-9E22-58512F6A9A59}" presName="parTrans" presStyleLbl="bgSibTrans2D1" presStyleIdx="2" presStyleCnt="4"/>
      <dgm:spPr/>
      <dgm:t>
        <a:bodyPr/>
        <a:lstStyle/>
        <a:p>
          <a:endParaRPr lang="en-US"/>
        </a:p>
      </dgm:t>
    </dgm:pt>
    <dgm:pt modelId="{0806FAE1-E427-49A3-B279-A9440DD73FB9}" type="pres">
      <dgm:prSet presAssocID="{2393B4D0-5387-4C5F-8CC3-2D45A09C5418}" presName="node" presStyleLbl="node1" presStyleIdx="2" presStyleCnt="4">
        <dgm:presLayoutVars>
          <dgm:bulletEnabled val="1"/>
        </dgm:presLayoutVars>
      </dgm:prSet>
      <dgm:spPr/>
      <dgm:t>
        <a:bodyPr/>
        <a:lstStyle/>
        <a:p>
          <a:endParaRPr lang="en-US"/>
        </a:p>
      </dgm:t>
    </dgm:pt>
    <dgm:pt modelId="{4AAF2C77-0769-4410-BC7E-6EEA4F57567D}" type="pres">
      <dgm:prSet presAssocID="{81BE856C-EA74-4E7C-8C7F-F54C75BC6B17}" presName="parTrans" presStyleLbl="bgSibTrans2D1" presStyleIdx="3" presStyleCnt="4"/>
      <dgm:spPr/>
      <dgm:t>
        <a:bodyPr/>
        <a:lstStyle/>
        <a:p>
          <a:endParaRPr lang="en-US"/>
        </a:p>
      </dgm:t>
    </dgm:pt>
    <dgm:pt modelId="{9FC68314-B516-4EE6-8EC4-01CD257B49E4}" type="pres">
      <dgm:prSet presAssocID="{9AE44ECF-6A12-4C9A-9D18-DB5966F07089}" presName="node" presStyleLbl="node1" presStyleIdx="3" presStyleCnt="4">
        <dgm:presLayoutVars>
          <dgm:bulletEnabled val="1"/>
        </dgm:presLayoutVars>
      </dgm:prSet>
      <dgm:spPr/>
      <dgm:t>
        <a:bodyPr/>
        <a:lstStyle/>
        <a:p>
          <a:endParaRPr lang="en-US"/>
        </a:p>
      </dgm:t>
    </dgm:pt>
  </dgm:ptLst>
  <dgm:cxnLst>
    <dgm:cxn modelId="{82A2C766-9AA8-4827-8640-ED0B2A0DC64B}" type="presOf" srcId="{05B2D403-36F4-4B2D-9E22-58512F6A9A59}" destId="{41B848E6-1ED8-4FF0-BCC4-8A20EFAE8DA4}" srcOrd="0" destOrd="0" presId="urn:microsoft.com/office/officeart/2005/8/layout/radial4"/>
    <dgm:cxn modelId="{E81894A7-C6D6-4498-82A1-FB2392A78164}" type="presOf" srcId="{2E0CEF54-A06C-443B-84FF-EE1B945122EB}" destId="{8099201C-F10C-47F7-8FF8-00CF989DF2A6}" srcOrd="0" destOrd="0" presId="urn:microsoft.com/office/officeart/2005/8/layout/radial4"/>
    <dgm:cxn modelId="{9783BA47-5C08-4B01-B9CA-16C163BCB6C6}" type="presOf" srcId="{2393B4D0-5387-4C5F-8CC3-2D45A09C5418}" destId="{0806FAE1-E427-49A3-B279-A9440DD73FB9}" srcOrd="0" destOrd="0" presId="urn:microsoft.com/office/officeart/2005/8/layout/radial4"/>
    <dgm:cxn modelId="{94D73963-3146-44FE-8CEF-64A5A2679A25}" type="presOf" srcId="{FAC4D992-0D91-406A-8CB1-FE059026224B}" destId="{C4A20DEE-D308-4960-9238-04BFF14A28D6}" srcOrd="0" destOrd="0" presId="urn:microsoft.com/office/officeart/2005/8/layout/radial4"/>
    <dgm:cxn modelId="{79A1ACC8-2044-4FA0-B68D-BC885665E92C}" type="presOf" srcId="{9AE44ECF-6A12-4C9A-9D18-DB5966F07089}" destId="{9FC68314-B516-4EE6-8EC4-01CD257B49E4}" srcOrd="0" destOrd="0" presId="urn:microsoft.com/office/officeart/2005/8/layout/radial4"/>
    <dgm:cxn modelId="{64C28451-8FBC-4739-8F3F-608688A4BD4F}" srcId="{4B3B8EDD-6755-414E-9091-100478720A13}" destId="{2393B4D0-5387-4C5F-8CC3-2D45A09C5418}" srcOrd="2" destOrd="0" parTransId="{05B2D403-36F4-4B2D-9E22-58512F6A9A59}" sibTransId="{0366C087-B218-4556-ADE2-A72AE542443A}"/>
    <dgm:cxn modelId="{0E1B9642-2942-4A88-A6AD-7066ECF1BF33}" type="presOf" srcId="{4245D662-3A5C-4661-98E7-2EFC5D68FF05}" destId="{2F92A0B1-B76E-4C9D-8A1A-7580324D00E2}" srcOrd="0" destOrd="0" presId="urn:microsoft.com/office/officeart/2005/8/layout/radial4"/>
    <dgm:cxn modelId="{9CDEDEB6-FEE6-4985-BE31-ABABC36CF1A5}" type="presOf" srcId="{B337C942-300F-43C2-AADF-7E6228750D46}" destId="{92106517-7464-475A-904D-6B513D327D4A}" srcOrd="0" destOrd="0" presId="urn:microsoft.com/office/officeart/2005/8/layout/radial4"/>
    <dgm:cxn modelId="{735ACFB6-627C-48DB-AC28-88EA8077AD04}" type="presOf" srcId="{BB6473DB-E01A-4C8A-AFD6-1095F6FED792}" destId="{FF8D1C8E-D45C-49DC-ACA7-7D9BDAB90E4B}" srcOrd="0" destOrd="0" presId="urn:microsoft.com/office/officeart/2005/8/layout/radial4"/>
    <dgm:cxn modelId="{15FE679F-F1C5-45A0-99B5-C0A426777F66}" srcId="{4245D662-3A5C-4661-98E7-2EFC5D68FF05}" destId="{4B3B8EDD-6755-414E-9091-100478720A13}" srcOrd="0" destOrd="0" parTransId="{1B196CA0-2E50-4F33-AFAE-8A80FBBAB0B8}" sibTransId="{989E341E-5985-4BD9-9086-FB509A03F156}"/>
    <dgm:cxn modelId="{24BC0A3A-B979-411D-A0EC-4A84AAC7161B}" type="presOf" srcId="{4B3B8EDD-6755-414E-9091-100478720A13}" destId="{270661CB-8C36-476C-8C33-47812328E2A7}" srcOrd="0" destOrd="0" presId="urn:microsoft.com/office/officeart/2005/8/layout/radial4"/>
    <dgm:cxn modelId="{23B409FE-84F7-4B03-8ED3-9F43FD6FDE50}" srcId="{4B3B8EDD-6755-414E-9091-100478720A13}" destId="{2E0CEF54-A06C-443B-84FF-EE1B945122EB}" srcOrd="1" destOrd="0" parTransId="{B337C942-300F-43C2-AADF-7E6228750D46}" sibTransId="{B7FF1802-A23A-4F3D-891D-BC2570FF1F77}"/>
    <dgm:cxn modelId="{0DBC5978-FB32-4F44-913C-294061DFE0DD}" srcId="{4B3B8EDD-6755-414E-9091-100478720A13}" destId="{FAC4D992-0D91-406A-8CB1-FE059026224B}" srcOrd="0" destOrd="0" parTransId="{BB6473DB-E01A-4C8A-AFD6-1095F6FED792}" sibTransId="{9DF37D42-2FF5-4BAD-836F-10DCE0846C96}"/>
    <dgm:cxn modelId="{9CB58A0F-6029-4268-B93C-6ACC0213213E}" srcId="{4245D662-3A5C-4661-98E7-2EFC5D68FF05}" destId="{0CE8847E-773A-4A78-A2D2-D574BB819D25}" srcOrd="1" destOrd="0" parTransId="{6658BB3B-1AED-457D-901B-13EB5CEBA8B5}" sibTransId="{677E8721-06FA-4C7B-88A8-AA1CFF7C496F}"/>
    <dgm:cxn modelId="{A9988232-62AC-4F26-859D-ECFD39EFD799}" srcId="{4B3B8EDD-6755-414E-9091-100478720A13}" destId="{9AE44ECF-6A12-4C9A-9D18-DB5966F07089}" srcOrd="3" destOrd="0" parTransId="{81BE856C-EA74-4E7C-8C7F-F54C75BC6B17}" sibTransId="{D802EA98-56A8-4963-A36E-ECCEBEC67D7B}"/>
    <dgm:cxn modelId="{A43D82D0-F695-49B3-A10E-9B3A2BDE120D}" type="presOf" srcId="{81BE856C-EA74-4E7C-8C7F-F54C75BC6B17}" destId="{4AAF2C77-0769-4410-BC7E-6EEA4F57567D}" srcOrd="0" destOrd="0" presId="urn:microsoft.com/office/officeart/2005/8/layout/radial4"/>
    <dgm:cxn modelId="{9A2F397A-EFA8-494E-88D2-7F12B81070BB}" type="presParOf" srcId="{2F92A0B1-B76E-4C9D-8A1A-7580324D00E2}" destId="{270661CB-8C36-476C-8C33-47812328E2A7}" srcOrd="0" destOrd="0" presId="urn:microsoft.com/office/officeart/2005/8/layout/radial4"/>
    <dgm:cxn modelId="{DB9ACD45-7730-473C-B77A-3F2FBD03F12A}" type="presParOf" srcId="{2F92A0B1-B76E-4C9D-8A1A-7580324D00E2}" destId="{FF8D1C8E-D45C-49DC-ACA7-7D9BDAB90E4B}" srcOrd="1" destOrd="0" presId="urn:microsoft.com/office/officeart/2005/8/layout/radial4"/>
    <dgm:cxn modelId="{EABEE0B5-201D-45BA-9E7D-55AC1CF983B8}" type="presParOf" srcId="{2F92A0B1-B76E-4C9D-8A1A-7580324D00E2}" destId="{C4A20DEE-D308-4960-9238-04BFF14A28D6}" srcOrd="2" destOrd="0" presId="urn:microsoft.com/office/officeart/2005/8/layout/radial4"/>
    <dgm:cxn modelId="{FD9A0F7D-0B0C-4DCE-A5CF-41D06D6CCE22}" type="presParOf" srcId="{2F92A0B1-B76E-4C9D-8A1A-7580324D00E2}" destId="{92106517-7464-475A-904D-6B513D327D4A}" srcOrd="3" destOrd="0" presId="urn:microsoft.com/office/officeart/2005/8/layout/radial4"/>
    <dgm:cxn modelId="{D602FC4C-0F9C-44B6-BB06-6484D5E86180}" type="presParOf" srcId="{2F92A0B1-B76E-4C9D-8A1A-7580324D00E2}" destId="{8099201C-F10C-47F7-8FF8-00CF989DF2A6}" srcOrd="4" destOrd="0" presId="urn:microsoft.com/office/officeart/2005/8/layout/radial4"/>
    <dgm:cxn modelId="{00C68715-A9A2-44F7-9D1A-65FCB7EDA1B8}" type="presParOf" srcId="{2F92A0B1-B76E-4C9D-8A1A-7580324D00E2}" destId="{41B848E6-1ED8-4FF0-BCC4-8A20EFAE8DA4}" srcOrd="5" destOrd="0" presId="urn:microsoft.com/office/officeart/2005/8/layout/radial4"/>
    <dgm:cxn modelId="{5EE5EA4B-1F66-48D1-A1CA-771005DD6196}" type="presParOf" srcId="{2F92A0B1-B76E-4C9D-8A1A-7580324D00E2}" destId="{0806FAE1-E427-49A3-B279-A9440DD73FB9}" srcOrd="6" destOrd="0" presId="urn:microsoft.com/office/officeart/2005/8/layout/radial4"/>
    <dgm:cxn modelId="{B8C17552-3389-4671-A3DD-97DE71A8C17D}" type="presParOf" srcId="{2F92A0B1-B76E-4C9D-8A1A-7580324D00E2}" destId="{4AAF2C77-0769-4410-BC7E-6EEA4F57567D}" srcOrd="7" destOrd="0" presId="urn:microsoft.com/office/officeart/2005/8/layout/radial4"/>
    <dgm:cxn modelId="{84E38E4E-02CA-4D72-A493-EC0254A8C3AA}" type="presParOf" srcId="{2F92A0B1-B76E-4C9D-8A1A-7580324D00E2}" destId="{9FC68314-B516-4EE6-8EC4-01CD257B49E4}"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B3AA0B-318B-462E-AFCA-69B1015ACA62}" type="doc">
      <dgm:prSet loTypeId="urn:microsoft.com/office/officeart/2005/8/layout/hierarchy6" loCatId="hierarchy" qsTypeId="urn:microsoft.com/office/officeart/2005/8/quickstyle/simple1" qsCatId="simple" csTypeId="urn:microsoft.com/office/officeart/2005/8/colors/accent1_1" csCatId="accent1" phldr="1"/>
      <dgm:spPr/>
      <dgm:t>
        <a:bodyPr/>
        <a:lstStyle/>
        <a:p>
          <a:endParaRPr lang="en-US"/>
        </a:p>
      </dgm:t>
    </dgm:pt>
    <dgm:pt modelId="{666FF4F9-6DC3-4D79-854B-04B91277F369}">
      <dgm:prSet phldrT="[Text]"/>
      <dgm:spPr/>
      <dgm:t>
        <a:bodyPr/>
        <a:lstStyle/>
        <a:p>
          <a:r>
            <a:rPr lang="en-US" dirty="0" smtClean="0"/>
            <a:t>Memory</a:t>
          </a:r>
          <a:endParaRPr lang="en-US" dirty="0"/>
        </a:p>
      </dgm:t>
    </dgm:pt>
    <dgm:pt modelId="{7F93C480-1618-45AE-96EA-BCB77A703B9D}" type="parTrans" cxnId="{6828CF10-AE49-44A5-AC3F-E1E787302D61}">
      <dgm:prSet/>
      <dgm:spPr/>
      <dgm:t>
        <a:bodyPr/>
        <a:lstStyle/>
        <a:p>
          <a:endParaRPr lang="en-US"/>
        </a:p>
      </dgm:t>
    </dgm:pt>
    <dgm:pt modelId="{02257514-D4DD-45F5-8894-BC28B53E02A1}" type="sibTrans" cxnId="{6828CF10-AE49-44A5-AC3F-E1E787302D61}">
      <dgm:prSet/>
      <dgm:spPr/>
      <dgm:t>
        <a:bodyPr/>
        <a:lstStyle/>
        <a:p>
          <a:endParaRPr lang="en-US"/>
        </a:p>
      </dgm:t>
    </dgm:pt>
    <dgm:pt modelId="{4CF32E94-CAA6-4404-A6D9-DA731E0AC9D0}">
      <dgm:prSet phldrT="[Text]"/>
      <dgm:spPr/>
      <dgm:t>
        <a:bodyPr/>
        <a:lstStyle/>
        <a:p>
          <a:r>
            <a:rPr lang="en-US" dirty="0" smtClean="0"/>
            <a:t>CPU1</a:t>
          </a:r>
          <a:endParaRPr lang="en-US" dirty="0"/>
        </a:p>
      </dgm:t>
    </dgm:pt>
    <dgm:pt modelId="{D3437711-492C-486B-857A-0D65EFB44DC4}" type="parTrans" cxnId="{55E33AA1-3B59-4E36-B727-A2FA69E01FE8}">
      <dgm:prSet/>
      <dgm:spPr/>
      <dgm:t>
        <a:bodyPr/>
        <a:lstStyle/>
        <a:p>
          <a:endParaRPr lang="en-US"/>
        </a:p>
      </dgm:t>
    </dgm:pt>
    <dgm:pt modelId="{8574626C-12E4-4D3B-AB7A-7E1569AE4013}" type="sibTrans" cxnId="{55E33AA1-3B59-4E36-B727-A2FA69E01FE8}">
      <dgm:prSet/>
      <dgm:spPr/>
      <dgm:t>
        <a:bodyPr/>
        <a:lstStyle/>
        <a:p>
          <a:endParaRPr lang="en-US"/>
        </a:p>
      </dgm:t>
    </dgm:pt>
    <dgm:pt modelId="{A19CAAB6-67F9-45F4-B638-C56E638917E2}">
      <dgm:prSet phldrT="[Text]"/>
      <dgm:spPr/>
      <dgm:t>
        <a:bodyPr/>
        <a:lstStyle/>
        <a:p>
          <a:r>
            <a:rPr lang="en-US" dirty="0" smtClean="0"/>
            <a:t>CPU2</a:t>
          </a:r>
          <a:endParaRPr lang="en-US" dirty="0"/>
        </a:p>
      </dgm:t>
    </dgm:pt>
    <dgm:pt modelId="{EEA83786-1322-453D-ADD4-E320FF99594B}" type="parTrans" cxnId="{C4329026-63AB-4E3E-A7B7-A2E07442DA34}">
      <dgm:prSet/>
      <dgm:spPr/>
      <dgm:t>
        <a:bodyPr/>
        <a:lstStyle/>
        <a:p>
          <a:endParaRPr lang="en-US"/>
        </a:p>
      </dgm:t>
    </dgm:pt>
    <dgm:pt modelId="{6C42E221-D588-4B42-A4D1-B0EF14C5FEE8}" type="sibTrans" cxnId="{C4329026-63AB-4E3E-A7B7-A2E07442DA34}">
      <dgm:prSet/>
      <dgm:spPr/>
      <dgm:t>
        <a:bodyPr/>
        <a:lstStyle/>
        <a:p>
          <a:endParaRPr lang="en-US"/>
        </a:p>
      </dgm:t>
    </dgm:pt>
    <dgm:pt modelId="{00D85659-90CD-4387-8FAE-D79E6F1CEC56}">
      <dgm:prSet phldrT="[Text]"/>
      <dgm:spPr/>
      <dgm:t>
        <a:bodyPr/>
        <a:lstStyle/>
        <a:p>
          <a:r>
            <a:rPr lang="en-US" dirty="0" smtClean="0"/>
            <a:t>CPU n</a:t>
          </a:r>
          <a:endParaRPr lang="en-US" dirty="0"/>
        </a:p>
      </dgm:t>
    </dgm:pt>
    <dgm:pt modelId="{EF01BCBF-F3F3-4308-9EA9-D39B55ABB630}" type="parTrans" cxnId="{22058D95-DB39-4940-99EE-8D70780DAFBF}">
      <dgm:prSet/>
      <dgm:spPr/>
      <dgm:t>
        <a:bodyPr/>
        <a:lstStyle/>
        <a:p>
          <a:endParaRPr lang="en-US"/>
        </a:p>
      </dgm:t>
    </dgm:pt>
    <dgm:pt modelId="{517E6626-3CBF-461F-AB17-C0C7A55AF614}" type="sibTrans" cxnId="{22058D95-DB39-4940-99EE-8D70780DAFBF}">
      <dgm:prSet/>
      <dgm:spPr/>
      <dgm:t>
        <a:bodyPr/>
        <a:lstStyle/>
        <a:p>
          <a:endParaRPr lang="en-US"/>
        </a:p>
      </dgm:t>
    </dgm:pt>
    <dgm:pt modelId="{B43CC1B2-6339-4164-9B02-75AC52CCD717}">
      <dgm:prSet phldrT="[Text]"/>
      <dgm:spPr/>
      <dgm:t>
        <a:bodyPr/>
        <a:lstStyle/>
        <a:p>
          <a:r>
            <a:rPr lang="en-US" dirty="0" smtClean="0"/>
            <a:t>…</a:t>
          </a:r>
          <a:endParaRPr lang="en-US" dirty="0"/>
        </a:p>
      </dgm:t>
    </dgm:pt>
    <dgm:pt modelId="{B3A93FC3-178E-4D3A-A98B-7A30B9C9D367}" type="parTrans" cxnId="{D1D3B904-E821-4F84-A673-63A0159859FB}">
      <dgm:prSet/>
      <dgm:spPr/>
      <dgm:t>
        <a:bodyPr/>
        <a:lstStyle/>
        <a:p>
          <a:endParaRPr lang="en-US"/>
        </a:p>
      </dgm:t>
    </dgm:pt>
    <dgm:pt modelId="{3FCBC386-3774-4DF9-B6BB-DC8C1D85D673}" type="sibTrans" cxnId="{D1D3B904-E821-4F84-A673-63A0159859FB}">
      <dgm:prSet/>
      <dgm:spPr/>
      <dgm:t>
        <a:bodyPr/>
        <a:lstStyle/>
        <a:p>
          <a:endParaRPr lang="en-US"/>
        </a:p>
      </dgm:t>
    </dgm:pt>
    <dgm:pt modelId="{98542B1F-A8FA-41A3-A293-9188C8D86C2A}" type="pres">
      <dgm:prSet presAssocID="{B3B3AA0B-318B-462E-AFCA-69B1015ACA62}" presName="mainComposite" presStyleCnt="0">
        <dgm:presLayoutVars>
          <dgm:chPref val="1"/>
          <dgm:dir/>
          <dgm:animOne val="branch"/>
          <dgm:animLvl val="lvl"/>
          <dgm:resizeHandles val="exact"/>
        </dgm:presLayoutVars>
      </dgm:prSet>
      <dgm:spPr/>
      <dgm:t>
        <a:bodyPr/>
        <a:lstStyle/>
        <a:p>
          <a:endParaRPr lang="en-US"/>
        </a:p>
      </dgm:t>
    </dgm:pt>
    <dgm:pt modelId="{A7AB9469-10CB-4F78-BE78-03426ED3B5C8}" type="pres">
      <dgm:prSet presAssocID="{B3B3AA0B-318B-462E-AFCA-69B1015ACA62}" presName="hierFlow" presStyleCnt="0"/>
      <dgm:spPr/>
    </dgm:pt>
    <dgm:pt modelId="{E038D50E-2505-4413-835F-AB8129177BFD}" type="pres">
      <dgm:prSet presAssocID="{B3B3AA0B-318B-462E-AFCA-69B1015ACA62}" presName="hierChild1" presStyleCnt="0">
        <dgm:presLayoutVars>
          <dgm:chPref val="1"/>
          <dgm:animOne val="branch"/>
          <dgm:animLvl val="lvl"/>
        </dgm:presLayoutVars>
      </dgm:prSet>
      <dgm:spPr/>
    </dgm:pt>
    <dgm:pt modelId="{92B73A2E-F435-4A8C-A778-230436603C1F}" type="pres">
      <dgm:prSet presAssocID="{666FF4F9-6DC3-4D79-854B-04B91277F369}" presName="Name14" presStyleCnt="0"/>
      <dgm:spPr/>
    </dgm:pt>
    <dgm:pt modelId="{A258885A-65EE-4559-8D92-CC82713F5A47}" type="pres">
      <dgm:prSet presAssocID="{666FF4F9-6DC3-4D79-854B-04B91277F369}" presName="level1Shape" presStyleLbl="node0" presStyleIdx="0" presStyleCnt="1">
        <dgm:presLayoutVars>
          <dgm:chPref val="3"/>
        </dgm:presLayoutVars>
      </dgm:prSet>
      <dgm:spPr/>
      <dgm:t>
        <a:bodyPr/>
        <a:lstStyle/>
        <a:p>
          <a:endParaRPr lang="en-US"/>
        </a:p>
      </dgm:t>
    </dgm:pt>
    <dgm:pt modelId="{9F749052-84F0-4F79-9F99-5E7BC3309E23}" type="pres">
      <dgm:prSet presAssocID="{666FF4F9-6DC3-4D79-854B-04B91277F369}" presName="hierChild2" presStyleCnt="0"/>
      <dgm:spPr/>
    </dgm:pt>
    <dgm:pt modelId="{A0ED67DE-AFB3-423D-8ADF-50C071D88D2C}" type="pres">
      <dgm:prSet presAssocID="{D3437711-492C-486B-857A-0D65EFB44DC4}" presName="Name19" presStyleLbl="parChTrans1D2" presStyleIdx="0" presStyleCnt="4"/>
      <dgm:spPr/>
      <dgm:t>
        <a:bodyPr/>
        <a:lstStyle/>
        <a:p>
          <a:endParaRPr lang="en-US"/>
        </a:p>
      </dgm:t>
    </dgm:pt>
    <dgm:pt modelId="{6FC93162-D056-45EA-A6DC-8496C103B291}" type="pres">
      <dgm:prSet presAssocID="{4CF32E94-CAA6-4404-A6D9-DA731E0AC9D0}" presName="Name21" presStyleCnt="0"/>
      <dgm:spPr/>
    </dgm:pt>
    <dgm:pt modelId="{ABABDE7C-E231-4E7E-B1E7-14E9D03E5110}" type="pres">
      <dgm:prSet presAssocID="{4CF32E94-CAA6-4404-A6D9-DA731E0AC9D0}" presName="level2Shape" presStyleLbl="node2" presStyleIdx="0" presStyleCnt="4"/>
      <dgm:spPr/>
      <dgm:t>
        <a:bodyPr/>
        <a:lstStyle/>
        <a:p>
          <a:endParaRPr lang="en-US"/>
        </a:p>
      </dgm:t>
    </dgm:pt>
    <dgm:pt modelId="{14E83F03-D7D5-47FD-9B3F-BC77AF69278E}" type="pres">
      <dgm:prSet presAssocID="{4CF32E94-CAA6-4404-A6D9-DA731E0AC9D0}" presName="hierChild3" presStyleCnt="0"/>
      <dgm:spPr/>
    </dgm:pt>
    <dgm:pt modelId="{B63D19A8-C5F8-4345-BCDE-7D4DBA0B180A}" type="pres">
      <dgm:prSet presAssocID="{EEA83786-1322-453D-ADD4-E320FF99594B}" presName="Name19" presStyleLbl="parChTrans1D2" presStyleIdx="1" presStyleCnt="4"/>
      <dgm:spPr/>
      <dgm:t>
        <a:bodyPr/>
        <a:lstStyle/>
        <a:p>
          <a:endParaRPr lang="en-US"/>
        </a:p>
      </dgm:t>
    </dgm:pt>
    <dgm:pt modelId="{669A1033-2787-4670-803A-2F21D92EBA61}" type="pres">
      <dgm:prSet presAssocID="{A19CAAB6-67F9-45F4-B638-C56E638917E2}" presName="Name21" presStyleCnt="0"/>
      <dgm:spPr/>
    </dgm:pt>
    <dgm:pt modelId="{C98FD9F9-8556-4038-A3CD-32699AE8DBC8}" type="pres">
      <dgm:prSet presAssocID="{A19CAAB6-67F9-45F4-B638-C56E638917E2}" presName="level2Shape" presStyleLbl="node2" presStyleIdx="1" presStyleCnt="4"/>
      <dgm:spPr/>
      <dgm:t>
        <a:bodyPr/>
        <a:lstStyle/>
        <a:p>
          <a:endParaRPr lang="en-US"/>
        </a:p>
      </dgm:t>
    </dgm:pt>
    <dgm:pt modelId="{94681211-754E-4143-954D-68AABF265EB0}" type="pres">
      <dgm:prSet presAssocID="{A19CAAB6-67F9-45F4-B638-C56E638917E2}" presName="hierChild3" presStyleCnt="0"/>
      <dgm:spPr/>
    </dgm:pt>
    <dgm:pt modelId="{3C70E9FE-41E8-43E5-8153-05663334FA9F}" type="pres">
      <dgm:prSet presAssocID="{B3A93FC3-178E-4D3A-A98B-7A30B9C9D367}" presName="Name19" presStyleLbl="parChTrans1D2" presStyleIdx="2" presStyleCnt="4"/>
      <dgm:spPr/>
      <dgm:t>
        <a:bodyPr/>
        <a:lstStyle/>
        <a:p>
          <a:endParaRPr lang="en-US"/>
        </a:p>
      </dgm:t>
    </dgm:pt>
    <dgm:pt modelId="{CE60B703-BFB0-47D3-BC78-0B2967E06225}" type="pres">
      <dgm:prSet presAssocID="{B43CC1B2-6339-4164-9B02-75AC52CCD717}" presName="Name21" presStyleCnt="0"/>
      <dgm:spPr/>
    </dgm:pt>
    <dgm:pt modelId="{705C7AAF-B9EB-4F2E-BD1E-DC530570B1B7}" type="pres">
      <dgm:prSet presAssocID="{B43CC1B2-6339-4164-9B02-75AC52CCD717}" presName="level2Shape" presStyleLbl="node2" presStyleIdx="2" presStyleCnt="4"/>
      <dgm:spPr/>
      <dgm:t>
        <a:bodyPr/>
        <a:lstStyle/>
        <a:p>
          <a:endParaRPr lang="en-US"/>
        </a:p>
      </dgm:t>
    </dgm:pt>
    <dgm:pt modelId="{39AB52A0-E4DF-46BE-A529-711CDEED3D82}" type="pres">
      <dgm:prSet presAssocID="{B43CC1B2-6339-4164-9B02-75AC52CCD717}" presName="hierChild3" presStyleCnt="0"/>
      <dgm:spPr/>
    </dgm:pt>
    <dgm:pt modelId="{80AE3631-DAA3-4076-AE0A-CEEB79141C13}" type="pres">
      <dgm:prSet presAssocID="{EF01BCBF-F3F3-4308-9EA9-D39B55ABB630}" presName="Name19" presStyleLbl="parChTrans1D2" presStyleIdx="3" presStyleCnt="4"/>
      <dgm:spPr/>
      <dgm:t>
        <a:bodyPr/>
        <a:lstStyle/>
        <a:p>
          <a:endParaRPr lang="en-US"/>
        </a:p>
      </dgm:t>
    </dgm:pt>
    <dgm:pt modelId="{619574C1-A262-49A9-9F4F-C3DAC1B5A91C}" type="pres">
      <dgm:prSet presAssocID="{00D85659-90CD-4387-8FAE-D79E6F1CEC56}" presName="Name21" presStyleCnt="0"/>
      <dgm:spPr/>
    </dgm:pt>
    <dgm:pt modelId="{9AF1B989-D48D-46F8-8627-F621BF76E836}" type="pres">
      <dgm:prSet presAssocID="{00D85659-90CD-4387-8FAE-D79E6F1CEC56}" presName="level2Shape" presStyleLbl="node2" presStyleIdx="3" presStyleCnt="4"/>
      <dgm:spPr/>
      <dgm:t>
        <a:bodyPr/>
        <a:lstStyle/>
        <a:p>
          <a:endParaRPr lang="en-US"/>
        </a:p>
      </dgm:t>
    </dgm:pt>
    <dgm:pt modelId="{7437F36D-D5C0-457A-AF89-35BF379DBE49}" type="pres">
      <dgm:prSet presAssocID="{00D85659-90CD-4387-8FAE-D79E6F1CEC56}" presName="hierChild3" presStyleCnt="0"/>
      <dgm:spPr/>
    </dgm:pt>
    <dgm:pt modelId="{3A557C7B-367E-4F4E-AAFB-5B021F4155AA}" type="pres">
      <dgm:prSet presAssocID="{B3B3AA0B-318B-462E-AFCA-69B1015ACA62}" presName="bgShapesFlow" presStyleCnt="0"/>
      <dgm:spPr/>
    </dgm:pt>
  </dgm:ptLst>
  <dgm:cxnLst>
    <dgm:cxn modelId="{FD4FA5EA-7B61-4A52-A606-156646BC31F6}" type="presOf" srcId="{4CF32E94-CAA6-4404-A6D9-DA731E0AC9D0}" destId="{ABABDE7C-E231-4E7E-B1E7-14E9D03E5110}" srcOrd="0" destOrd="0" presId="urn:microsoft.com/office/officeart/2005/8/layout/hierarchy6"/>
    <dgm:cxn modelId="{22058D95-DB39-4940-99EE-8D70780DAFBF}" srcId="{666FF4F9-6DC3-4D79-854B-04B91277F369}" destId="{00D85659-90CD-4387-8FAE-D79E6F1CEC56}" srcOrd="3" destOrd="0" parTransId="{EF01BCBF-F3F3-4308-9EA9-D39B55ABB630}" sibTransId="{517E6626-3CBF-461F-AB17-C0C7A55AF614}"/>
    <dgm:cxn modelId="{4A42E05C-C3D3-42C2-9451-F78FC4AE0B9B}" type="presOf" srcId="{EEA83786-1322-453D-ADD4-E320FF99594B}" destId="{B63D19A8-C5F8-4345-BCDE-7D4DBA0B180A}" srcOrd="0" destOrd="0" presId="urn:microsoft.com/office/officeart/2005/8/layout/hierarchy6"/>
    <dgm:cxn modelId="{6828CF10-AE49-44A5-AC3F-E1E787302D61}" srcId="{B3B3AA0B-318B-462E-AFCA-69B1015ACA62}" destId="{666FF4F9-6DC3-4D79-854B-04B91277F369}" srcOrd="0" destOrd="0" parTransId="{7F93C480-1618-45AE-96EA-BCB77A703B9D}" sibTransId="{02257514-D4DD-45F5-8894-BC28B53E02A1}"/>
    <dgm:cxn modelId="{D1D3B904-E821-4F84-A673-63A0159859FB}" srcId="{666FF4F9-6DC3-4D79-854B-04B91277F369}" destId="{B43CC1B2-6339-4164-9B02-75AC52CCD717}" srcOrd="2" destOrd="0" parTransId="{B3A93FC3-178E-4D3A-A98B-7A30B9C9D367}" sibTransId="{3FCBC386-3774-4DF9-B6BB-DC8C1D85D673}"/>
    <dgm:cxn modelId="{F5875D48-D1CB-46D9-AE6B-CBE97BAC44AD}" type="presOf" srcId="{EF01BCBF-F3F3-4308-9EA9-D39B55ABB630}" destId="{80AE3631-DAA3-4076-AE0A-CEEB79141C13}" srcOrd="0" destOrd="0" presId="urn:microsoft.com/office/officeart/2005/8/layout/hierarchy6"/>
    <dgm:cxn modelId="{29E78879-687C-4BD7-A6C4-E1F67864C0B4}" type="presOf" srcId="{00D85659-90CD-4387-8FAE-D79E6F1CEC56}" destId="{9AF1B989-D48D-46F8-8627-F621BF76E836}" srcOrd="0" destOrd="0" presId="urn:microsoft.com/office/officeart/2005/8/layout/hierarchy6"/>
    <dgm:cxn modelId="{55E33AA1-3B59-4E36-B727-A2FA69E01FE8}" srcId="{666FF4F9-6DC3-4D79-854B-04B91277F369}" destId="{4CF32E94-CAA6-4404-A6D9-DA731E0AC9D0}" srcOrd="0" destOrd="0" parTransId="{D3437711-492C-486B-857A-0D65EFB44DC4}" sibTransId="{8574626C-12E4-4D3B-AB7A-7E1569AE4013}"/>
    <dgm:cxn modelId="{5667DCD7-E7A7-4694-A4F1-D62563ED7E4B}" type="presOf" srcId="{666FF4F9-6DC3-4D79-854B-04B91277F369}" destId="{A258885A-65EE-4559-8D92-CC82713F5A47}" srcOrd="0" destOrd="0" presId="urn:microsoft.com/office/officeart/2005/8/layout/hierarchy6"/>
    <dgm:cxn modelId="{36A0A432-66DA-45B2-B0E2-A7AE76636437}" type="presOf" srcId="{A19CAAB6-67F9-45F4-B638-C56E638917E2}" destId="{C98FD9F9-8556-4038-A3CD-32699AE8DBC8}" srcOrd="0" destOrd="0" presId="urn:microsoft.com/office/officeart/2005/8/layout/hierarchy6"/>
    <dgm:cxn modelId="{C4329026-63AB-4E3E-A7B7-A2E07442DA34}" srcId="{666FF4F9-6DC3-4D79-854B-04B91277F369}" destId="{A19CAAB6-67F9-45F4-B638-C56E638917E2}" srcOrd="1" destOrd="0" parTransId="{EEA83786-1322-453D-ADD4-E320FF99594B}" sibTransId="{6C42E221-D588-4B42-A4D1-B0EF14C5FEE8}"/>
    <dgm:cxn modelId="{C5FB1371-22E0-4BCF-9276-7D7E42D43889}" type="presOf" srcId="{B3B3AA0B-318B-462E-AFCA-69B1015ACA62}" destId="{98542B1F-A8FA-41A3-A293-9188C8D86C2A}" srcOrd="0" destOrd="0" presId="urn:microsoft.com/office/officeart/2005/8/layout/hierarchy6"/>
    <dgm:cxn modelId="{C58EC65F-BAE4-41F5-876A-10129DC06821}" type="presOf" srcId="{B43CC1B2-6339-4164-9B02-75AC52CCD717}" destId="{705C7AAF-B9EB-4F2E-BD1E-DC530570B1B7}" srcOrd="0" destOrd="0" presId="urn:microsoft.com/office/officeart/2005/8/layout/hierarchy6"/>
    <dgm:cxn modelId="{664BFC93-7C24-40C3-A8B9-A728BB43D606}" type="presOf" srcId="{D3437711-492C-486B-857A-0D65EFB44DC4}" destId="{A0ED67DE-AFB3-423D-8ADF-50C071D88D2C}" srcOrd="0" destOrd="0" presId="urn:microsoft.com/office/officeart/2005/8/layout/hierarchy6"/>
    <dgm:cxn modelId="{38BB3812-667B-4F38-B42C-436AE76DAB6A}" type="presOf" srcId="{B3A93FC3-178E-4D3A-A98B-7A30B9C9D367}" destId="{3C70E9FE-41E8-43E5-8153-05663334FA9F}" srcOrd="0" destOrd="0" presId="urn:microsoft.com/office/officeart/2005/8/layout/hierarchy6"/>
    <dgm:cxn modelId="{28157E39-CCC1-4B62-8956-76142DE621F9}" type="presParOf" srcId="{98542B1F-A8FA-41A3-A293-9188C8D86C2A}" destId="{A7AB9469-10CB-4F78-BE78-03426ED3B5C8}" srcOrd="0" destOrd="0" presId="urn:microsoft.com/office/officeart/2005/8/layout/hierarchy6"/>
    <dgm:cxn modelId="{33FC8499-7C6D-4D6D-9523-2FC33374BB68}" type="presParOf" srcId="{A7AB9469-10CB-4F78-BE78-03426ED3B5C8}" destId="{E038D50E-2505-4413-835F-AB8129177BFD}" srcOrd="0" destOrd="0" presId="urn:microsoft.com/office/officeart/2005/8/layout/hierarchy6"/>
    <dgm:cxn modelId="{9D578BB2-C4E5-4D09-9C25-8D895EB6E951}" type="presParOf" srcId="{E038D50E-2505-4413-835F-AB8129177BFD}" destId="{92B73A2E-F435-4A8C-A778-230436603C1F}" srcOrd="0" destOrd="0" presId="urn:microsoft.com/office/officeart/2005/8/layout/hierarchy6"/>
    <dgm:cxn modelId="{24047C2E-0622-4638-ADDA-59FD8676729A}" type="presParOf" srcId="{92B73A2E-F435-4A8C-A778-230436603C1F}" destId="{A258885A-65EE-4559-8D92-CC82713F5A47}" srcOrd="0" destOrd="0" presId="urn:microsoft.com/office/officeart/2005/8/layout/hierarchy6"/>
    <dgm:cxn modelId="{79D0CE59-487E-45EA-95AD-10767A44576A}" type="presParOf" srcId="{92B73A2E-F435-4A8C-A778-230436603C1F}" destId="{9F749052-84F0-4F79-9F99-5E7BC3309E23}" srcOrd="1" destOrd="0" presId="urn:microsoft.com/office/officeart/2005/8/layout/hierarchy6"/>
    <dgm:cxn modelId="{5A9CB4A1-EFDB-4F9B-8F78-495504D6ABDE}" type="presParOf" srcId="{9F749052-84F0-4F79-9F99-5E7BC3309E23}" destId="{A0ED67DE-AFB3-423D-8ADF-50C071D88D2C}" srcOrd="0" destOrd="0" presId="urn:microsoft.com/office/officeart/2005/8/layout/hierarchy6"/>
    <dgm:cxn modelId="{EDDA980D-C015-4A88-8E1B-4E25C82D193C}" type="presParOf" srcId="{9F749052-84F0-4F79-9F99-5E7BC3309E23}" destId="{6FC93162-D056-45EA-A6DC-8496C103B291}" srcOrd="1" destOrd="0" presId="urn:microsoft.com/office/officeart/2005/8/layout/hierarchy6"/>
    <dgm:cxn modelId="{6051F315-5267-433B-8A83-2D87782E237E}" type="presParOf" srcId="{6FC93162-D056-45EA-A6DC-8496C103B291}" destId="{ABABDE7C-E231-4E7E-B1E7-14E9D03E5110}" srcOrd="0" destOrd="0" presId="urn:microsoft.com/office/officeart/2005/8/layout/hierarchy6"/>
    <dgm:cxn modelId="{4A80026C-C2EE-4CC4-A682-5B498A518D4E}" type="presParOf" srcId="{6FC93162-D056-45EA-A6DC-8496C103B291}" destId="{14E83F03-D7D5-47FD-9B3F-BC77AF69278E}" srcOrd="1" destOrd="0" presId="urn:microsoft.com/office/officeart/2005/8/layout/hierarchy6"/>
    <dgm:cxn modelId="{9743F488-8473-4A2B-B55C-2F4837219C74}" type="presParOf" srcId="{9F749052-84F0-4F79-9F99-5E7BC3309E23}" destId="{B63D19A8-C5F8-4345-BCDE-7D4DBA0B180A}" srcOrd="2" destOrd="0" presId="urn:microsoft.com/office/officeart/2005/8/layout/hierarchy6"/>
    <dgm:cxn modelId="{3C946318-8A64-4DD8-B45A-DB4A86103005}" type="presParOf" srcId="{9F749052-84F0-4F79-9F99-5E7BC3309E23}" destId="{669A1033-2787-4670-803A-2F21D92EBA61}" srcOrd="3" destOrd="0" presId="urn:microsoft.com/office/officeart/2005/8/layout/hierarchy6"/>
    <dgm:cxn modelId="{66AB3628-1DFA-4620-A97B-28D033D2D9D2}" type="presParOf" srcId="{669A1033-2787-4670-803A-2F21D92EBA61}" destId="{C98FD9F9-8556-4038-A3CD-32699AE8DBC8}" srcOrd="0" destOrd="0" presId="urn:microsoft.com/office/officeart/2005/8/layout/hierarchy6"/>
    <dgm:cxn modelId="{4B5E139E-0D53-42F6-B5E8-A42654151752}" type="presParOf" srcId="{669A1033-2787-4670-803A-2F21D92EBA61}" destId="{94681211-754E-4143-954D-68AABF265EB0}" srcOrd="1" destOrd="0" presId="urn:microsoft.com/office/officeart/2005/8/layout/hierarchy6"/>
    <dgm:cxn modelId="{2A5CA488-8D7E-4B05-924D-91660A92F119}" type="presParOf" srcId="{9F749052-84F0-4F79-9F99-5E7BC3309E23}" destId="{3C70E9FE-41E8-43E5-8153-05663334FA9F}" srcOrd="4" destOrd="0" presId="urn:microsoft.com/office/officeart/2005/8/layout/hierarchy6"/>
    <dgm:cxn modelId="{ED9E3C93-F55C-4551-8880-0039D5B61861}" type="presParOf" srcId="{9F749052-84F0-4F79-9F99-5E7BC3309E23}" destId="{CE60B703-BFB0-47D3-BC78-0B2967E06225}" srcOrd="5" destOrd="0" presId="urn:microsoft.com/office/officeart/2005/8/layout/hierarchy6"/>
    <dgm:cxn modelId="{ACB5DA35-194C-4934-BAA8-06C6C9C8549D}" type="presParOf" srcId="{CE60B703-BFB0-47D3-BC78-0B2967E06225}" destId="{705C7AAF-B9EB-4F2E-BD1E-DC530570B1B7}" srcOrd="0" destOrd="0" presId="urn:microsoft.com/office/officeart/2005/8/layout/hierarchy6"/>
    <dgm:cxn modelId="{48E7D85F-3992-4799-96BF-341BA6F85ECE}" type="presParOf" srcId="{CE60B703-BFB0-47D3-BC78-0B2967E06225}" destId="{39AB52A0-E4DF-46BE-A529-711CDEED3D82}" srcOrd="1" destOrd="0" presId="urn:microsoft.com/office/officeart/2005/8/layout/hierarchy6"/>
    <dgm:cxn modelId="{4107DD45-DF6B-471C-A9D0-1F5F5D98191D}" type="presParOf" srcId="{9F749052-84F0-4F79-9F99-5E7BC3309E23}" destId="{80AE3631-DAA3-4076-AE0A-CEEB79141C13}" srcOrd="6" destOrd="0" presId="urn:microsoft.com/office/officeart/2005/8/layout/hierarchy6"/>
    <dgm:cxn modelId="{1AB1DE05-D5E5-4A86-8586-5700CA6024F4}" type="presParOf" srcId="{9F749052-84F0-4F79-9F99-5E7BC3309E23}" destId="{619574C1-A262-49A9-9F4F-C3DAC1B5A91C}" srcOrd="7" destOrd="0" presId="urn:microsoft.com/office/officeart/2005/8/layout/hierarchy6"/>
    <dgm:cxn modelId="{A3A098E5-BA37-40F6-B8F0-517FE079E9A4}" type="presParOf" srcId="{619574C1-A262-49A9-9F4F-C3DAC1B5A91C}" destId="{9AF1B989-D48D-46F8-8627-F621BF76E836}" srcOrd="0" destOrd="0" presId="urn:microsoft.com/office/officeart/2005/8/layout/hierarchy6"/>
    <dgm:cxn modelId="{EFA9775A-E84A-4395-93C8-BF79EE1C6CDD}" type="presParOf" srcId="{619574C1-A262-49A9-9F4F-C3DAC1B5A91C}" destId="{7437F36D-D5C0-457A-AF89-35BF379DBE49}" srcOrd="1" destOrd="0" presId="urn:microsoft.com/office/officeart/2005/8/layout/hierarchy6"/>
    <dgm:cxn modelId="{588EBFCD-8EA3-41FA-9802-E504D0482F3D}" type="presParOf" srcId="{98542B1F-A8FA-41A3-A293-9188C8D86C2A}" destId="{3A557C7B-367E-4F4E-AAFB-5B021F4155AA}"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D106DE-DACE-4312-B79E-B49F48212D8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E4C377E-D0A4-4149-8742-57F4D1A9D82B}">
      <dgm:prSet phldrT="[Text]"/>
      <dgm:spPr/>
      <dgm:t>
        <a:bodyPr/>
        <a:lstStyle/>
        <a:p>
          <a:pPr algn="just"/>
          <a:r>
            <a:rPr lang="en-US" dirty="0" smtClean="0"/>
            <a:t>To allocate memory to as many user jobs as possible</a:t>
          </a:r>
          <a:endParaRPr lang="en-US" dirty="0"/>
        </a:p>
      </dgm:t>
    </dgm:pt>
    <dgm:pt modelId="{2C171654-120B-4BAF-974A-6600E34E9994}" type="parTrans" cxnId="{8D517150-659D-4339-8212-C1E990242DE6}">
      <dgm:prSet/>
      <dgm:spPr/>
      <dgm:t>
        <a:bodyPr/>
        <a:lstStyle/>
        <a:p>
          <a:endParaRPr lang="en-US"/>
        </a:p>
      </dgm:t>
    </dgm:pt>
    <dgm:pt modelId="{84A04A6A-30FF-486E-99CC-C088BBD8568E}" type="sibTrans" cxnId="{8D517150-659D-4339-8212-C1E990242DE6}">
      <dgm:prSet/>
      <dgm:spPr/>
      <dgm:t>
        <a:bodyPr/>
        <a:lstStyle/>
        <a:p>
          <a:endParaRPr lang="en-US"/>
        </a:p>
      </dgm:t>
    </dgm:pt>
    <dgm:pt modelId="{93A73B65-0DBB-4F42-A6E3-1AE4CAE79428}">
      <dgm:prSet phldrT="[Text]"/>
      <dgm:spPr/>
      <dgm:t>
        <a:bodyPr/>
        <a:lstStyle/>
        <a:p>
          <a:pPr algn="just"/>
          <a:r>
            <a:rPr lang="en-US" dirty="0" smtClean="0"/>
            <a:t>To prevent unauthorized changes to a user job’s memory</a:t>
          </a:r>
          <a:endParaRPr lang="en-US" dirty="0"/>
        </a:p>
      </dgm:t>
    </dgm:pt>
    <dgm:pt modelId="{DA6E7367-46E3-4CF3-95C8-FE285EC3BC13}" type="parTrans" cxnId="{2C17615E-EB8D-48D2-A975-C3A512BA2B39}">
      <dgm:prSet/>
      <dgm:spPr/>
      <dgm:t>
        <a:bodyPr/>
        <a:lstStyle/>
        <a:p>
          <a:endParaRPr lang="en-US"/>
        </a:p>
      </dgm:t>
    </dgm:pt>
    <dgm:pt modelId="{54F3D5A6-0C40-496D-8E07-32AA6463288A}" type="sibTrans" cxnId="{2C17615E-EB8D-48D2-A975-C3A512BA2B39}">
      <dgm:prSet/>
      <dgm:spPr/>
      <dgm:t>
        <a:bodyPr/>
        <a:lstStyle/>
        <a:p>
          <a:endParaRPr lang="en-US"/>
        </a:p>
      </dgm:t>
    </dgm:pt>
    <dgm:pt modelId="{92307AA0-AF27-4953-B85E-8B975A7D39D7}">
      <dgm:prSet/>
      <dgm:spPr/>
      <dgm:t>
        <a:bodyPr/>
        <a:lstStyle/>
        <a:p>
          <a:pPr algn="just"/>
          <a:r>
            <a:rPr lang="en-US" dirty="0" smtClean="0"/>
            <a:t>To respond to changes in memory required by user jobs</a:t>
          </a:r>
        </a:p>
      </dgm:t>
    </dgm:pt>
    <dgm:pt modelId="{433D1B3E-2AB5-4A2B-AECF-2C08A995FD77}" type="parTrans" cxnId="{AA095DA6-CB92-4C57-922F-8F7B91B6F69D}">
      <dgm:prSet/>
      <dgm:spPr/>
      <dgm:t>
        <a:bodyPr/>
        <a:lstStyle/>
        <a:p>
          <a:endParaRPr lang="en-US"/>
        </a:p>
      </dgm:t>
    </dgm:pt>
    <dgm:pt modelId="{A776F416-BE14-476F-8642-A754875F8FCC}" type="sibTrans" cxnId="{AA095DA6-CB92-4C57-922F-8F7B91B6F69D}">
      <dgm:prSet/>
      <dgm:spPr/>
      <dgm:t>
        <a:bodyPr/>
        <a:lstStyle/>
        <a:p>
          <a:endParaRPr lang="en-US"/>
        </a:p>
      </dgm:t>
    </dgm:pt>
    <dgm:pt modelId="{B1FF92CE-770E-4664-9586-D70316FE0586}" type="pres">
      <dgm:prSet presAssocID="{90D106DE-DACE-4312-B79E-B49F48212D88}" presName="linear" presStyleCnt="0">
        <dgm:presLayoutVars>
          <dgm:animLvl val="lvl"/>
          <dgm:resizeHandles val="exact"/>
        </dgm:presLayoutVars>
      </dgm:prSet>
      <dgm:spPr/>
      <dgm:t>
        <a:bodyPr/>
        <a:lstStyle/>
        <a:p>
          <a:endParaRPr lang="en-US"/>
        </a:p>
      </dgm:t>
    </dgm:pt>
    <dgm:pt modelId="{969D5384-C330-4FA9-9CF8-7D66B71565DF}" type="pres">
      <dgm:prSet presAssocID="{3E4C377E-D0A4-4149-8742-57F4D1A9D82B}" presName="parentText" presStyleLbl="node1" presStyleIdx="0" presStyleCnt="3" custScaleY="65368">
        <dgm:presLayoutVars>
          <dgm:chMax val="0"/>
          <dgm:bulletEnabled val="1"/>
        </dgm:presLayoutVars>
      </dgm:prSet>
      <dgm:spPr/>
      <dgm:t>
        <a:bodyPr/>
        <a:lstStyle/>
        <a:p>
          <a:endParaRPr lang="en-US"/>
        </a:p>
      </dgm:t>
    </dgm:pt>
    <dgm:pt modelId="{8E9A2F25-4F87-4820-8245-F75564199C50}" type="pres">
      <dgm:prSet presAssocID="{84A04A6A-30FF-486E-99CC-C088BBD8568E}" presName="spacer" presStyleCnt="0"/>
      <dgm:spPr/>
    </dgm:pt>
    <dgm:pt modelId="{24CB9CEC-9CC2-4076-9D94-94957CD95457}" type="pres">
      <dgm:prSet presAssocID="{93A73B65-0DBB-4F42-A6E3-1AE4CAE79428}" presName="parentText" presStyleLbl="node1" presStyleIdx="1" presStyleCnt="3" custScaleY="66221" custLinFactNeighborY="87228">
        <dgm:presLayoutVars>
          <dgm:chMax val="0"/>
          <dgm:bulletEnabled val="1"/>
        </dgm:presLayoutVars>
      </dgm:prSet>
      <dgm:spPr/>
      <dgm:t>
        <a:bodyPr/>
        <a:lstStyle/>
        <a:p>
          <a:endParaRPr lang="en-US"/>
        </a:p>
      </dgm:t>
    </dgm:pt>
    <dgm:pt modelId="{95890BC6-D99B-4DE6-AF2A-47BE84DE8105}" type="pres">
      <dgm:prSet presAssocID="{54F3D5A6-0C40-496D-8E07-32AA6463288A}" presName="spacer" presStyleCnt="0"/>
      <dgm:spPr/>
    </dgm:pt>
    <dgm:pt modelId="{744257B2-E408-40C9-BA78-F1C114BEE01D}" type="pres">
      <dgm:prSet presAssocID="{92307AA0-AF27-4953-B85E-8B975A7D39D7}" presName="parentText" presStyleLbl="node1" presStyleIdx="2" presStyleCnt="3" custScaleY="79416" custLinFactNeighborY="58791">
        <dgm:presLayoutVars>
          <dgm:chMax val="0"/>
          <dgm:bulletEnabled val="1"/>
        </dgm:presLayoutVars>
      </dgm:prSet>
      <dgm:spPr/>
      <dgm:t>
        <a:bodyPr/>
        <a:lstStyle/>
        <a:p>
          <a:endParaRPr lang="en-US"/>
        </a:p>
      </dgm:t>
    </dgm:pt>
  </dgm:ptLst>
  <dgm:cxnLst>
    <dgm:cxn modelId="{B3803B9E-4F30-4DCE-8BC1-31367A1E01D0}" type="presOf" srcId="{93A73B65-0DBB-4F42-A6E3-1AE4CAE79428}" destId="{24CB9CEC-9CC2-4076-9D94-94957CD95457}" srcOrd="0" destOrd="0" presId="urn:microsoft.com/office/officeart/2005/8/layout/vList2"/>
    <dgm:cxn modelId="{8D517150-659D-4339-8212-C1E990242DE6}" srcId="{90D106DE-DACE-4312-B79E-B49F48212D88}" destId="{3E4C377E-D0A4-4149-8742-57F4D1A9D82B}" srcOrd="0" destOrd="0" parTransId="{2C171654-120B-4BAF-974A-6600E34E9994}" sibTransId="{84A04A6A-30FF-486E-99CC-C088BBD8568E}"/>
    <dgm:cxn modelId="{EBFD8301-E19C-4E2F-9AE7-5D52879C10FF}" type="presOf" srcId="{92307AA0-AF27-4953-B85E-8B975A7D39D7}" destId="{744257B2-E408-40C9-BA78-F1C114BEE01D}" srcOrd="0" destOrd="0" presId="urn:microsoft.com/office/officeart/2005/8/layout/vList2"/>
    <dgm:cxn modelId="{2C17615E-EB8D-48D2-A975-C3A512BA2B39}" srcId="{90D106DE-DACE-4312-B79E-B49F48212D88}" destId="{93A73B65-0DBB-4F42-A6E3-1AE4CAE79428}" srcOrd="1" destOrd="0" parTransId="{DA6E7367-46E3-4CF3-95C8-FE285EC3BC13}" sibTransId="{54F3D5A6-0C40-496D-8E07-32AA6463288A}"/>
    <dgm:cxn modelId="{AA095DA6-CB92-4C57-922F-8F7B91B6F69D}" srcId="{90D106DE-DACE-4312-B79E-B49F48212D88}" destId="{92307AA0-AF27-4953-B85E-8B975A7D39D7}" srcOrd="2" destOrd="0" parTransId="{433D1B3E-2AB5-4A2B-AECF-2C08A995FD77}" sibTransId="{A776F416-BE14-476F-8642-A754875F8FCC}"/>
    <dgm:cxn modelId="{0B7E3C19-68FC-4DC2-9AF0-E1649716CB78}" type="presOf" srcId="{90D106DE-DACE-4312-B79E-B49F48212D88}" destId="{B1FF92CE-770E-4664-9586-D70316FE0586}" srcOrd="0" destOrd="0" presId="urn:microsoft.com/office/officeart/2005/8/layout/vList2"/>
    <dgm:cxn modelId="{B72D5CC6-B70F-44FE-9751-8B557FB6A834}" type="presOf" srcId="{3E4C377E-D0A4-4149-8742-57F4D1A9D82B}" destId="{969D5384-C330-4FA9-9CF8-7D66B71565DF}" srcOrd="0" destOrd="0" presId="urn:microsoft.com/office/officeart/2005/8/layout/vList2"/>
    <dgm:cxn modelId="{41440D22-C647-48F3-B883-5C0D5C80592A}" type="presParOf" srcId="{B1FF92CE-770E-4664-9586-D70316FE0586}" destId="{969D5384-C330-4FA9-9CF8-7D66B71565DF}" srcOrd="0" destOrd="0" presId="urn:microsoft.com/office/officeart/2005/8/layout/vList2"/>
    <dgm:cxn modelId="{34E4799B-443E-49D6-8FF7-1A0DE42C6672}" type="presParOf" srcId="{B1FF92CE-770E-4664-9586-D70316FE0586}" destId="{8E9A2F25-4F87-4820-8245-F75564199C50}" srcOrd="1" destOrd="0" presId="urn:microsoft.com/office/officeart/2005/8/layout/vList2"/>
    <dgm:cxn modelId="{77C028BA-9160-4C60-B743-DBA51B72CF8A}" type="presParOf" srcId="{B1FF92CE-770E-4664-9586-D70316FE0586}" destId="{24CB9CEC-9CC2-4076-9D94-94957CD95457}" srcOrd="2" destOrd="0" presId="urn:microsoft.com/office/officeart/2005/8/layout/vList2"/>
    <dgm:cxn modelId="{4A7023A4-FDCB-4C47-9F66-2C9DDA49A4D4}" type="presParOf" srcId="{B1FF92CE-770E-4664-9586-D70316FE0586}" destId="{95890BC6-D99B-4DE6-AF2A-47BE84DE8105}" srcOrd="3" destOrd="0" presId="urn:microsoft.com/office/officeart/2005/8/layout/vList2"/>
    <dgm:cxn modelId="{0F900577-AFD1-49AD-9D52-C43117918A3C}" type="presParOf" srcId="{B1FF92CE-770E-4664-9586-D70316FE0586}" destId="{744257B2-E408-40C9-BA78-F1C114BEE01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286CBA-CDF9-4498-B1DE-D37391B128A6}" type="doc">
      <dgm:prSet loTypeId="urn:microsoft.com/office/officeart/2005/8/layout/pyramid2" loCatId="list" qsTypeId="urn:microsoft.com/office/officeart/2005/8/quickstyle/simple1" qsCatId="simple" csTypeId="urn:microsoft.com/office/officeart/2005/8/colors/colorful2" csCatId="colorful" phldr="1"/>
      <dgm:spPr/>
      <dgm:t>
        <a:bodyPr/>
        <a:lstStyle/>
        <a:p>
          <a:endParaRPr lang="en-US"/>
        </a:p>
      </dgm:t>
    </dgm:pt>
    <dgm:pt modelId="{53EA1E0F-1677-4538-820F-2BAE18273164}">
      <dgm:prSet custT="1"/>
      <dgm:spPr/>
      <dgm:t>
        <a:bodyPr/>
        <a:lstStyle/>
        <a:p>
          <a:pPr rtl="0"/>
          <a:r>
            <a:rPr lang="en-US" sz="2800" b="0" i="0" baseline="0" dirty="0" smtClean="0"/>
            <a:t>Simple Paged Allocation</a:t>
          </a:r>
          <a:endParaRPr lang="en-US" sz="2800" dirty="0"/>
        </a:p>
      </dgm:t>
    </dgm:pt>
    <dgm:pt modelId="{E513308B-7BE7-4A33-AD8B-2B35DCEBB9B8}" type="parTrans" cxnId="{71E95EBB-C413-447F-ABEA-D923F96A983E}">
      <dgm:prSet/>
      <dgm:spPr/>
      <dgm:t>
        <a:bodyPr/>
        <a:lstStyle/>
        <a:p>
          <a:endParaRPr lang="en-US"/>
        </a:p>
      </dgm:t>
    </dgm:pt>
    <dgm:pt modelId="{FA973F86-0CB4-4C34-9CDF-8BF812BEB23E}" type="sibTrans" cxnId="{71E95EBB-C413-447F-ABEA-D923F96A983E}">
      <dgm:prSet/>
      <dgm:spPr/>
      <dgm:t>
        <a:bodyPr/>
        <a:lstStyle/>
        <a:p>
          <a:endParaRPr lang="en-US"/>
        </a:p>
      </dgm:t>
    </dgm:pt>
    <dgm:pt modelId="{614E59BD-E322-4A0E-9980-137976743852}">
      <dgm:prSet custT="1"/>
      <dgm:spPr/>
      <dgm:t>
        <a:bodyPr/>
        <a:lstStyle/>
        <a:p>
          <a:pPr rtl="0"/>
          <a:r>
            <a:rPr lang="en-US" sz="2800" b="0" i="0" baseline="0" dirty="0" smtClean="0"/>
            <a:t>Demand Paging</a:t>
          </a:r>
        </a:p>
      </dgm:t>
    </dgm:pt>
    <dgm:pt modelId="{C15236AB-0799-4141-A57F-3645A8EC6F60}" type="parTrans" cxnId="{B2743274-28B5-462E-810B-EEBE433A53DD}">
      <dgm:prSet/>
      <dgm:spPr/>
      <dgm:t>
        <a:bodyPr/>
        <a:lstStyle/>
        <a:p>
          <a:endParaRPr lang="en-US"/>
        </a:p>
      </dgm:t>
    </dgm:pt>
    <dgm:pt modelId="{6471FE2A-0AA7-4BC8-B1D9-D777B620E7D4}" type="sibTrans" cxnId="{B2743274-28B5-462E-810B-EEBE433A53DD}">
      <dgm:prSet/>
      <dgm:spPr/>
      <dgm:t>
        <a:bodyPr/>
        <a:lstStyle/>
        <a:p>
          <a:endParaRPr lang="en-US"/>
        </a:p>
      </dgm:t>
    </dgm:pt>
    <dgm:pt modelId="{10296CD6-BE2F-49B6-BDE4-845453A1D160}">
      <dgm:prSet custT="1"/>
      <dgm:spPr/>
      <dgm:t>
        <a:bodyPr/>
        <a:lstStyle/>
        <a:p>
          <a:pPr rtl="0"/>
          <a:r>
            <a:rPr lang="en-US" sz="2800" b="0" i="0" baseline="0" dirty="0" smtClean="0"/>
            <a:t>Segmentation</a:t>
          </a:r>
        </a:p>
      </dgm:t>
    </dgm:pt>
    <dgm:pt modelId="{02DD9834-A57A-4D6C-8C94-457F6BFAD168}" type="parTrans" cxnId="{D26983C1-F2EE-4B8E-AA84-431F8AF487A9}">
      <dgm:prSet/>
      <dgm:spPr/>
      <dgm:t>
        <a:bodyPr/>
        <a:lstStyle/>
        <a:p>
          <a:endParaRPr lang="en-US"/>
        </a:p>
      </dgm:t>
    </dgm:pt>
    <dgm:pt modelId="{0B2FD0DD-4FB1-479A-A896-71910068FE24}" type="sibTrans" cxnId="{D26983C1-F2EE-4B8E-AA84-431F8AF487A9}">
      <dgm:prSet/>
      <dgm:spPr/>
      <dgm:t>
        <a:bodyPr/>
        <a:lstStyle/>
        <a:p>
          <a:endParaRPr lang="en-US"/>
        </a:p>
      </dgm:t>
    </dgm:pt>
    <dgm:pt modelId="{F47AF8F2-E021-4173-B61E-9EBD584D80C5}" type="pres">
      <dgm:prSet presAssocID="{31286CBA-CDF9-4498-B1DE-D37391B128A6}" presName="compositeShape" presStyleCnt="0">
        <dgm:presLayoutVars>
          <dgm:dir/>
          <dgm:resizeHandles/>
        </dgm:presLayoutVars>
      </dgm:prSet>
      <dgm:spPr/>
      <dgm:t>
        <a:bodyPr/>
        <a:lstStyle/>
        <a:p>
          <a:endParaRPr lang="en-US"/>
        </a:p>
      </dgm:t>
    </dgm:pt>
    <dgm:pt modelId="{D780C89F-E07E-487B-A00A-F91BF24829E0}" type="pres">
      <dgm:prSet presAssocID="{31286CBA-CDF9-4498-B1DE-D37391B128A6}" presName="pyramid" presStyleLbl="node1" presStyleIdx="0" presStyleCnt="1"/>
      <dgm:spPr/>
    </dgm:pt>
    <dgm:pt modelId="{61C10548-32F8-40AD-90DF-FB5DA3E7B5C5}" type="pres">
      <dgm:prSet presAssocID="{31286CBA-CDF9-4498-B1DE-D37391B128A6}" presName="theList" presStyleCnt="0"/>
      <dgm:spPr/>
    </dgm:pt>
    <dgm:pt modelId="{F1ECDE14-D243-4161-88D2-3392BC46D46C}" type="pres">
      <dgm:prSet presAssocID="{53EA1E0F-1677-4538-820F-2BAE18273164}" presName="aNode" presStyleLbl="fgAcc1" presStyleIdx="0" presStyleCnt="3">
        <dgm:presLayoutVars>
          <dgm:bulletEnabled val="1"/>
        </dgm:presLayoutVars>
      </dgm:prSet>
      <dgm:spPr/>
      <dgm:t>
        <a:bodyPr/>
        <a:lstStyle/>
        <a:p>
          <a:endParaRPr lang="en-US"/>
        </a:p>
      </dgm:t>
    </dgm:pt>
    <dgm:pt modelId="{306A3431-7325-45B5-8873-825A0D079E80}" type="pres">
      <dgm:prSet presAssocID="{53EA1E0F-1677-4538-820F-2BAE18273164}" presName="aSpace" presStyleCnt="0"/>
      <dgm:spPr/>
    </dgm:pt>
    <dgm:pt modelId="{BA89D1B9-8DE5-43C8-84C7-7E715E112F62}" type="pres">
      <dgm:prSet presAssocID="{614E59BD-E322-4A0E-9980-137976743852}" presName="aNode" presStyleLbl="fgAcc1" presStyleIdx="1" presStyleCnt="3">
        <dgm:presLayoutVars>
          <dgm:bulletEnabled val="1"/>
        </dgm:presLayoutVars>
      </dgm:prSet>
      <dgm:spPr/>
      <dgm:t>
        <a:bodyPr/>
        <a:lstStyle/>
        <a:p>
          <a:endParaRPr lang="en-US"/>
        </a:p>
      </dgm:t>
    </dgm:pt>
    <dgm:pt modelId="{B5C46D78-D0D5-4F6B-A5A7-6B7E488429E1}" type="pres">
      <dgm:prSet presAssocID="{614E59BD-E322-4A0E-9980-137976743852}" presName="aSpace" presStyleCnt="0"/>
      <dgm:spPr/>
    </dgm:pt>
    <dgm:pt modelId="{7141D5BE-FF86-4EB7-9FD8-ABAB4E531752}" type="pres">
      <dgm:prSet presAssocID="{10296CD6-BE2F-49B6-BDE4-845453A1D160}" presName="aNode" presStyleLbl="fgAcc1" presStyleIdx="2" presStyleCnt="3">
        <dgm:presLayoutVars>
          <dgm:bulletEnabled val="1"/>
        </dgm:presLayoutVars>
      </dgm:prSet>
      <dgm:spPr/>
      <dgm:t>
        <a:bodyPr/>
        <a:lstStyle/>
        <a:p>
          <a:endParaRPr lang="en-US"/>
        </a:p>
      </dgm:t>
    </dgm:pt>
    <dgm:pt modelId="{3C02D8B3-3B42-40AD-994F-D45A3F99BDBC}" type="pres">
      <dgm:prSet presAssocID="{10296CD6-BE2F-49B6-BDE4-845453A1D160}" presName="aSpace" presStyleCnt="0"/>
      <dgm:spPr/>
    </dgm:pt>
  </dgm:ptLst>
  <dgm:cxnLst>
    <dgm:cxn modelId="{71E95EBB-C413-447F-ABEA-D923F96A983E}" srcId="{31286CBA-CDF9-4498-B1DE-D37391B128A6}" destId="{53EA1E0F-1677-4538-820F-2BAE18273164}" srcOrd="0" destOrd="0" parTransId="{E513308B-7BE7-4A33-AD8B-2B35DCEBB9B8}" sibTransId="{FA973F86-0CB4-4C34-9CDF-8BF812BEB23E}"/>
    <dgm:cxn modelId="{B2743274-28B5-462E-810B-EEBE433A53DD}" srcId="{31286CBA-CDF9-4498-B1DE-D37391B128A6}" destId="{614E59BD-E322-4A0E-9980-137976743852}" srcOrd="1" destOrd="0" parTransId="{C15236AB-0799-4141-A57F-3645A8EC6F60}" sibTransId="{6471FE2A-0AA7-4BC8-B1D9-D777B620E7D4}"/>
    <dgm:cxn modelId="{78E1354C-2310-4D74-8E8F-3236EDC7EA47}" type="presOf" srcId="{10296CD6-BE2F-49B6-BDE4-845453A1D160}" destId="{7141D5BE-FF86-4EB7-9FD8-ABAB4E531752}" srcOrd="0" destOrd="0" presId="urn:microsoft.com/office/officeart/2005/8/layout/pyramid2"/>
    <dgm:cxn modelId="{ADFBFDEE-30A9-4615-AE59-264242324685}" type="presOf" srcId="{53EA1E0F-1677-4538-820F-2BAE18273164}" destId="{F1ECDE14-D243-4161-88D2-3392BC46D46C}" srcOrd="0" destOrd="0" presId="urn:microsoft.com/office/officeart/2005/8/layout/pyramid2"/>
    <dgm:cxn modelId="{D26983C1-F2EE-4B8E-AA84-431F8AF487A9}" srcId="{31286CBA-CDF9-4498-B1DE-D37391B128A6}" destId="{10296CD6-BE2F-49B6-BDE4-845453A1D160}" srcOrd="2" destOrd="0" parTransId="{02DD9834-A57A-4D6C-8C94-457F6BFAD168}" sibTransId="{0B2FD0DD-4FB1-479A-A896-71910068FE24}"/>
    <dgm:cxn modelId="{1671C9E6-4196-447E-9638-E3CE2D93EEC2}" type="presOf" srcId="{614E59BD-E322-4A0E-9980-137976743852}" destId="{BA89D1B9-8DE5-43C8-84C7-7E715E112F62}" srcOrd="0" destOrd="0" presId="urn:microsoft.com/office/officeart/2005/8/layout/pyramid2"/>
    <dgm:cxn modelId="{9E8038D4-D9E6-494F-A311-04FC124D4244}" type="presOf" srcId="{31286CBA-CDF9-4498-B1DE-D37391B128A6}" destId="{F47AF8F2-E021-4173-B61E-9EBD584D80C5}" srcOrd="0" destOrd="0" presId="urn:microsoft.com/office/officeart/2005/8/layout/pyramid2"/>
    <dgm:cxn modelId="{333F48FA-901D-42E7-9B6C-2BBA2532A487}" type="presParOf" srcId="{F47AF8F2-E021-4173-B61E-9EBD584D80C5}" destId="{D780C89F-E07E-487B-A00A-F91BF24829E0}" srcOrd="0" destOrd="0" presId="urn:microsoft.com/office/officeart/2005/8/layout/pyramid2"/>
    <dgm:cxn modelId="{C001AFF5-3A49-4320-85E9-5AE2EC6B9730}" type="presParOf" srcId="{F47AF8F2-E021-4173-B61E-9EBD584D80C5}" destId="{61C10548-32F8-40AD-90DF-FB5DA3E7B5C5}" srcOrd="1" destOrd="0" presId="urn:microsoft.com/office/officeart/2005/8/layout/pyramid2"/>
    <dgm:cxn modelId="{AC2BE83C-F0D7-4460-9BA0-24BDEB14F1C9}" type="presParOf" srcId="{61C10548-32F8-40AD-90DF-FB5DA3E7B5C5}" destId="{F1ECDE14-D243-4161-88D2-3392BC46D46C}" srcOrd="0" destOrd="0" presId="urn:microsoft.com/office/officeart/2005/8/layout/pyramid2"/>
    <dgm:cxn modelId="{C39361C8-FF1B-40B3-B8E4-9F5377A8A5F0}" type="presParOf" srcId="{61C10548-32F8-40AD-90DF-FB5DA3E7B5C5}" destId="{306A3431-7325-45B5-8873-825A0D079E80}" srcOrd="1" destOrd="0" presId="urn:microsoft.com/office/officeart/2005/8/layout/pyramid2"/>
    <dgm:cxn modelId="{042B79F9-693C-41C1-B620-B53167811BB1}" type="presParOf" srcId="{61C10548-32F8-40AD-90DF-FB5DA3E7B5C5}" destId="{BA89D1B9-8DE5-43C8-84C7-7E715E112F62}" srcOrd="2" destOrd="0" presId="urn:microsoft.com/office/officeart/2005/8/layout/pyramid2"/>
    <dgm:cxn modelId="{8439A67E-3446-4F8F-9615-EFF57AE0E840}" type="presParOf" srcId="{61C10548-32F8-40AD-90DF-FB5DA3E7B5C5}" destId="{B5C46D78-D0D5-4F6B-A5A7-6B7E488429E1}" srcOrd="3" destOrd="0" presId="urn:microsoft.com/office/officeart/2005/8/layout/pyramid2"/>
    <dgm:cxn modelId="{51847F5D-DD40-4335-AA50-B37A89F95064}" type="presParOf" srcId="{61C10548-32F8-40AD-90DF-FB5DA3E7B5C5}" destId="{7141D5BE-FF86-4EB7-9FD8-ABAB4E531752}" srcOrd="4" destOrd="0" presId="urn:microsoft.com/office/officeart/2005/8/layout/pyramid2"/>
    <dgm:cxn modelId="{5470D317-A97D-4464-8179-92513E5B9092}" type="presParOf" srcId="{61C10548-32F8-40AD-90DF-FB5DA3E7B5C5}" destId="{3C02D8B3-3B42-40AD-994F-D45A3F99BDBC}" srcOrd="5"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62E716-A845-4CDE-BC72-3842B1C581D7}"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7285B8BC-509D-41BC-B073-D3CE8F72F559}">
      <dgm:prSet/>
      <dgm:spPr/>
      <dgm:t>
        <a:bodyPr/>
        <a:lstStyle/>
        <a:p>
          <a:pPr rtl="0"/>
          <a:r>
            <a:rPr lang="en-US" b="0" i="0" baseline="0" dirty="0" smtClean="0"/>
            <a:t>New    </a:t>
          </a:r>
          <a:endParaRPr lang="en-US" dirty="0"/>
        </a:p>
      </dgm:t>
    </dgm:pt>
    <dgm:pt modelId="{FB304D0C-E551-4DD4-89BA-F65681B2DFD3}" type="parTrans" cxnId="{4C9669F1-2ACB-4F8F-AC43-B01F8044173C}">
      <dgm:prSet/>
      <dgm:spPr/>
      <dgm:t>
        <a:bodyPr/>
        <a:lstStyle/>
        <a:p>
          <a:endParaRPr lang="en-US"/>
        </a:p>
      </dgm:t>
    </dgm:pt>
    <dgm:pt modelId="{317503DB-1E85-4DED-A9CF-90C0C315280C}" type="sibTrans" cxnId="{4C9669F1-2ACB-4F8F-AC43-B01F8044173C}">
      <dgm:prSet/>
      <dgm:spPr/>
      <dgm:t>
        <a:bodyPr/>
        <a:lstStyle/>
        <a:p>
          <a:endParaRPr lang="en-US"/>
        </a:p>
      </dgm:t>
    </dgm:pt>
    <dgm:pt modelId="{70C134BE-0C9C-4C8D-9534-F62FDF6B3A67}">
      <dgm:prSet/>
      <dgm:spPr/>
      <dgm:t>
        <a:bodyPr/>
        <a:lstStyle/>
        <a:p>
          <a:pPr rtl="0"/>
          <a:r>
            <a:rPr lang="en-US" b="0" i="0" baseline="0" dirty="0" smtClean="0"/>
            <a:t>Ready </a:t>
          </a:r>
          <a:endParaRPr lang="en-US" dirty="0"/>
        </a:p>
      </dgm:t>
    </dgm:pt>
    <dgm:pt modelId="{25A95814-3293-41F7-9BC0-5D78631326EA}" type="parTrans" cxnId="{C01CA236-91F3-46FC-90A9-B0B31876D23F}">
      <dgm:prSet/>
      <dgm:spPr/>
      <dgm:t>
        <a:bodyPr/>
        <a:lstStyle/>
        <a:p>
          <a:endParaRPr lang="en-US"/>
        </a:p>
      </dgm:t>
    </dgm:pt>
    <dgm:pt modelId="{00072711-F9FE-469A-AD5E-36309D91A934}" type="sibTrans" cxnId="{C01CA236-91F3-46FC-90A9-B0B31876D23F}">
      <dgm:prSet/>
      <dgm:spPr/>
      <dgm:t>
        <a:bodyPr/>
        <a:lstStyle/>
        <a:p>
          <a:endParaRPr lang="en-US"/>
        </a:p>
      </dgm:t>
    </dgm:pt>
    <dgm:pt modelId="{194F8BDC-5889-4C7D-8735-5AF0EEE639F2}">
      <dgm:prSet/>
      <dgm:spPr/>
      <dgm:t>
        <a:bodyPr/>
        <a:lstStyle/>
        <a:p>
          <a:pPr rtl="0"/>
          <a:r>
            <a:rPr lang="en-US" b="0" i="0" baseline="0" dirty="0" smtClean="0"/>
            <a:t>Run </a:t>
          </a:r>
          <a:endParaRPr lang="en-US" dirty="0"/>
        </a:p>
      </dgm:t>
    </dgm:pt>
    <dgm:pt modelId="{638B420D-F2E8-4524-AB78-9BF2BCCE662D}" type="parTrans" cxnId="{9391D898-ADC8-406F-8325-0729898F46BC}">
      <dgm:prSet/>
      <dgm:spPr/>
      <dgm:t>
        <a:bodyPr/>
        <a:lstStyle/>
        <a:p>
          <a:endParaRPr lang="en-US"/>
        </a:p>
      </dgm:t>
    </dgm:pt>
    <dgm:pt modelId="{782EB2F1-109D-4CDD-8590-96ED91E2F34C}" type="sibTrans" cxnId="{9391D898-ADC8-406F-8325-0729898F46BC}">
      <dgm:prSet/>
      <dgm:spPr/>
      <dgm:t>
        <a:bodyPr/>
        <a:lstStyle/>
        <a:p>
          <a:endParaRPr lang="en-US"/>
        </a:p>
      </dgm:t>
    </dgm:pt>
    <dgm:pt modelId="{4D84495E-06EA-43D0-869B-2ADE6017C0C7}">
      <dgm:prSet custT="1"/>
      <dgm:spPr/>
      <dgm:t>
        <a:bodyPr/>
        <a:lstStyle/>
        <a:p>
          <a:pPr rtl="0"/>
          <a:r>
            <a:rPr lang="en-US" sz="3600" b="0" i="0" baseline="0" dirty="0" smtClean="0"/>
            <a:t>Wait </a:t>
          </a:r>
          <a:r>
            <a:rPr lang="en-US" sz="2800" b="0" i="0" baseline="0" dirty="0" smtClean="0"/>
            <a:t>(Blocked)</a:t>
          </a:r>
          <a:endParaRPr lang="en-US" sz="2800" dirty="0"/>
        </a:p>
      </dgm:t>
    </dgm:pt>
    <dgm:pt modelId="{49C33936-3739-491A-BD1D-4631C1787B7F}" type="parTrans" cxnId="{04E6EFF8-B288-49A9-B613-6876C9229FB6}">
      <dgm:prSet/>
      <dgm:spPr/>
      <dgm:t>
        <a:bodyPr/>
        <a:lstStyle/>
        <a:p>
          <a:endParaRPr lang="en-US"/>
        </a:p>
      </dgm:t>
    </dgm:pt>
    <dgm:pt modelId="{C0587942-566F-4FD0-A65E-AAD4F8BE7E28}" type="sibTrans" cxnId="{04E6EFF8-B288-49A9-B613-6876C9229FB6}">
      <dgm:prSet/>
      <dgm:spPr/>
      <dgm:t>
        <a:bodyPr/>
        <a:lstStyle/>
        <a:p>
          <a:endParaRPr lang="en-US"/>
        </a:p>
      </dgm:t>
    </dgm:pt>
    <dgm:pt modelId="{354FA254-CF82-4A99-A59C-103C425D55DF}">
      <dgm:prSet/>
      <dgm:spPr/>
      <dgm:t>
        <a:bodyPr/>
        <a:lstStyle/>
        <a:p>
          <a:pPr rtl="0"/>
          <a:r>
            <a:rPr lang="en-US" b="0" i="0" baseline="0" dirty="0" smtClean="0"/>
            <a:t>Terminated </a:t>
          </a:r>
          <a:endParaRPr lang="en-US" b="0" i="0" baseline="0" dirty="0"/>
        </a:p>
      </dgm:t>
    </dgm:pt>
    <dgm:pt modelId="{D57401EA-0A32-472A-B4B9-95B1C7EF7204}" type="parTrans" cxnId="{0817161B-4D4D-4B11-890F-2BC1D7E5B315}">
      <dgm:prSet/>
      <dgm:spPr/>
      <dgm:t>
        <a:bodyPr/>
        <a:lstStyle/>
        <a:p>
          <a:endParaRPr lang="en-US"/>
        </a:p>
      </dgm:t>
    </dgm:pt>
    <dgm:pt modelId="{7940A9AA-F660-4ADE-B8FA-B08268775236}" type="sibTrans" cxnId="{0817161B-4D4D-4B11-890F-2BC1D7E5B315}">
      <dgm:prSet/>
      <dgm:spPr/>
      <dgm:t>
        <a:bodyPr/>
        <a:lstStyle/>
        <a:p>
          <a:endParaRPr lang="en-US"/>
        </a:p>
      </dgm:t>
    </dgm:pt>
    <dgm:pt modelId="{71902A68-C2D5-4A15-A5DF-AA20F1A8792F}">
      <dgm:prSet/>
      <dgm:spPr/>
      <dgm:t>
        <a:bodyPr/>
        <a:lstStyle/>
        <a:p>
          <a:pPr rtl="0"/>
          <a:r>
            <a:rPr lang="en-US" b="0" i="0" baseline="0" dirty="0" smtClean="0"/>
            <a:t>Created </a:t>
          </a:r>
          <a:endParaRPr lang="en-US" dirty="0"/>
        </a:p>
      </dgm:t>
    </dgm:pt>
    <dgm:pt modelId="{D0D9CA91-75CF-4FB1-8ADE-860EE946C97C}" type="parTrans" cxnId="{F405710B-FF87-4A16-8250-E13D7CCD8C3A}">
      <dgm:prSet/>
      <dgm:spPr/>
      <dgm:t>
        <a:bodyPr/>
        <a:lstStyle/>
        <a:p>
          <a:endParaRPr lang="en-US"/>
        </a:p>
      </dgm:t>
    </dgm:pt>
    <dgm:pt modelId="{6D3124E7-5235-4E5F-AE37-218DB025C5DC}" type="sibTrans" cxnId="{F405710B-FF87-4A16-8250-E13D7CCD8C3A}">
      <dgm:prSet/>
      <dgm:spPr/>
      <dgm:t>
        <a:bodyPr/>
        <a:lstStyle/>
        <a:p>
          <a:endParaRPr lang="en-US"/>
        </a:p>
      </dgm:t>
    </dgm:pt>
    <dgm:pt modelId="{63CEA1C1-94C9-4416-99C0-C292901012EB}">
      <dgm:prSet/>
      <dgm:spPr/>
      <dgm:t>
        <a:bodyPr/>
        <a:lstStyle/>
        <a:p>
          <a:r>
            <a:rPr lang="en-US" b="0" i="0" baseline="0" smtClean="0"/>
            <a:t>Assign a process to processor</a:t>
          </a:r>
          <a:endParaRPr lang="en-US"/>
        </a:p>
      </dgm:t>
    </dgm:pt>
    <dgm:pt modelId="{378E11FF-B96B-4573-A2C0-1BABD4BE76A8}" type="parTrans" cxnId="{E0ACC1F9-7DB4-4C0D-86F1-5A047F1C671F}">
      <dgm:prSet/>
      <dgm:spPr/>
      <dgm:t>
        <a:bodyPr/>
        <a:lstStyle/>
        <a:p>
          <a:endParaRPr lang="en-US"/>
        </a:p>
      </dgm:t>
    </dgm:pt>
    <dgm:pt modelId="{60D92414-CDF3-48FD-8084-0D1E05FC05EF}" type="sibTrans" cxnId="{E0ACC1F9-7DB4-4C0D-86F1-5A047F1C671F}">
      <dgm:prSet/>
      <dgm:spPr/>
      <dgm:t>
        <a:bodyPr/>
        <a:lstStyle/>
        <a:p>
          <a:endParaRPr lang="en-US"/>
        </a:p>
      </dgm:t>
    </dgm:pt>
    <dgm:pt modelId="{F99255DB-9DF5-49C8-9BA4-780E2DDC9473}">
      <dgm:prSet/>
      <dgm:spPr/>
      <dgm:t>
        <a:bodyPr/>
        <a:lstStyle/>
        <a:p>
          <a:r>
            <a:rPr lang="en-US" b="0" i="0" baseline="0" smtClean="0"/>
            <a:t>Execution of Instructions</a:t>
          </a:r>
          <a:endParaRPr lang="en-US"/>
        </a:p>
      </dgm:t>
    </dgm:pt>
    <dgm:pt modelId="{68BA95D1-67DF-4EEF-8998-D86F152AC392}" type="parTrans" cxnId="{10A8C1B6-60D1-43B4-A8D8-DC2C14974F83}">
      <dgm:prSet/>
      <dgm:spPr/>
      <dgm:t>
        <a:bodyPr/>
        <a:lstStyle/>
        <a:p>
          <a:endParaRPr lang="en-US"/>
        </a:p>
      </dgm:t>
    </dgm:pt>
    <dgm:pt modelId="{84251F74-C0F6-4437-BDFC-D03C383FD176}" type="sibTrans" cxnId="{10A8C1B6-60D1-43B4-A8D8-DC2C14974F83}">
      <dgm:prSet/>
      <dgm:spPr/>
      <dgm:t>
        <a:bodyPr/>
        <a:lstStyle/>
        <a:p>
          <a:endParaRPr lang="en-US"/>
        </a:p>
      </dgm:t>
    </dgm:pt>
    <dgm:pt modelId="{B9C34B48-65BE-47D8-A178-C6EAAAEB367E}">
      <dgm:prSet/>
      <dgm:spPr/>
      <dgm:t>
        <a:bodyPr/>
        <a:lstStyle/>
        <a:p>
          <a:r>
            <a:rPr lang="en-US" b="0" i="0" baseline="0" dirty="0" smtClean="0"/>
            <a:t>For an event to complete ( </a:t>
          </a:r>
          <a:r>
            <a:rPr lang="en-US" b="0" i="0" baseline="0" dirty="0" err="1" smtClean="0"/>
            <a:t>e.q</a:t>
          </a:r>
          <a:r>
            <a:rPr lang="en-US" b="0" i="0" baseline="0" dirty="0" smtClean="0"/>
            <a:t>. I/O)  </a:t>
          </a:r>
          <a:endParaRPr lang="en-US" dirty="0"/>
        </a:p>
      </dgm:t>
    </dgm:pt>
    <dgm:pt modelId="{4BB2418E-522D-4483-B46D-6F0FC1694023}" type="parTrans" cxnId="{21069135-F92E-445F-BED1-50035254526E}">
      <dgm:prSet/>
      <dgm:spPr/>
      <dgm:t>
        <a:bodyPr/>
        <a:lstStyle/>
        <a:p>
          <a:endParaRPr lang="en-US"/>
        </a:p>
      </dgm:t>
    </dgm:pt>
    <dgm:pt modelId="{E85F9E00-B3F5-4625-B001-4973A1DA944C}" type="sibTrans" cxnId="{21069135-F92E-445F-BED1-50035254526E}">
      <dgm:prSet/>
      <dgm:spPr/>
      <dgm:t>
        <a:bodyPr/>
        <a:lstStyle/>
        <a:p>
          <a:endParaRPr lang="en-US"/>
        </a:p>
      </dgm:t>
    </dgm:pt>
    <dgm:pt modelId="{8E89BD86-8947-4773-83FB-67C0404142FD}">
      <dgm:prSet/>
      <dgm:spPr/>
      <dgm:t>
        <a:bodyPr/>
        <a:lstStyle/>
        <a:p>
          <a:r>
            <a:rPr lang="en-US" b="0" i="0" baseline="0" smtClean="0"/>
            <a:t>Execution finished</a:t>
          </a:r>
          <a:endParaRPr lang="en-US"/>
        </a:p>
      </dgm:t>
    </dgm:pt>
    <dgm:pt modelId="{70815310-61DB-43E2-999E-92BCCC68CA94}" type="parTrans" cxnId="{5E47667E-07DA-473C-A51B-E49A3F5BCECE}">
      <dgm:prSet/>
      <dgm:spPr/>
      <dgm:t>
        <a:bodyPr/>
        <a:lstStyle/>
        <a:p>
          <a:endParaRPr lang="en-US"/>
        </a:p>
      </dgm:t>
    </dgm:pt>
    <dgm:pt modelId="{389B4A3F-FEA5-4239-8242-5B74CBBB7256}" type="sibTrans" cxnId="{5E47667E-07DA-473C-A51B-E49A3F5BCECE}">
      <dgm:prSet/>
      <dgm:spPr/>
      <dgm:t>
        <a:bodyPr/>
        <a:lstStyle/>
        <a:p>
          <a:endParaRPr lang="en-US"/>
        </a:p>
      </dgm:t>
    </dgm:pt>
    <dgm:pt modelId="{A2EBA8BF-3C3F-414A-B7A3-51E136C9403A}" type="pres">
      <dgm:prSet presAssocID="{0162E716-A845-4CDE-BC72-3842B1C581D7}" presName="Name0" presStyleCnt="0">
        <dgm:presLayoutVars>
          <dgm:dir/>
          <dgm:animLvl val="lvl"/>
          <dgm:resizeHandles/>
        </dgm:presLayoutVars>
      </dgm:prSet>
      <dgm:spPr/>
      <dgm:t>
        <a:bodyPr/>
        <a:lstStyle/>
        <a:p>
          <a:endParaRPr lang="en-US"/>
        </a:p>
      </dgm:t>
    </dgm:pt>
    <dgm:pt modelId="{BE66DA32-345A-4A4F-A516-6C9C7B5A19FC}" type="pres">
      <dgm:prSet presAssocID="{7285B8BC-509D-41BC-B073-D3CE8F72F559}" presName="linNode" presStyleCnt="0"/>
      <dgm:spPr/>
    </dgm:pt>
    <dgm:pt modelId="{A62CC988-09E8-4F54-B5AE-EE1B6D665A4F}" type="pres">
      <dgm:prSet presAssocID="{7285B8BC-509D-41BC-B073-D3CE8F72F559}" presName="parentShp" presStyleLbl="node1" presStyleIdx="0" presStyleCnt="5">
        <dgm:presLayoutVars>
          <dgm:bulletEnabled val="1"/>
        </dgm:presLayoutVars>
      </dgm:prSet>
      <dgm:spPr/>
      <dgm:t>
        <a:bodyPr/>
        <a:lstStyle/>
        <a:p>
          <a:endParaRPr lang="en-US"/>
        </a:p>
      </dgm:t>
    </dgm:pt>
    <dgm:pt modelId="{5F100A7A-041A-4670-B86E-58043B3DA723}" type="pres">
      <dgm:prSet presAssocID="{7285B8BC-509D-41BC-B073-D3CE8F72F559}" presName="childShp" presStyleLbl="bgAccFollowNode1" presStyleIdx="0" presStyleCnt="5">
        <dgm:presLayoutVars>
          <dgm:bulletEnabled val="1"/>
        </dgm:presLayoutVars>
      </dgm:prSet>
      <dgm:spPr/>
      <dgm:t>
        <a:bodyPr/>
        <a:lstStyle/>
        <a:p>
          <a:endParaRPr lang="en-US"/>
        </a:p>
      </dgm:t>
    </dgm:pt>
    <dgm:pt modelId="{29D69BEF-73D0-433F-A210-521B7F512680}" type="pres">
      <dgm:prSet presAssocID="{317503DB-1E85-4DED-A9CF-90C0C315280C}" presName="spacing" presStyleCnt="0"/>
      <dgm:spPr/>
    </dgm:pt>
    <dgm:pt modelId="{2DB1C673-FDE0-43E0-B870-5A781096DE9A}" type="pres">
      <dgm:prSet presAssocID="{70C134BE-0C9C-4C8D-9534-F62FDF6B3A67}" presName="linNode" presStyleCnt="0"/>
      <dgm:spPr/>
    </dgm:pt>
    <dgm:pt modelId="{69B8A589-A4AA-4FD4-97B6-9E92D54DB966}" type="pres">
      <dgm:prSet presAssocID="{70C134BE-0C9C-4C8D-9534-F62FDF6B3A67}" presName="parentShp" presStyleLbl="node1" presStyleIdx="1" presStyleCnt="5">
        <dgm:presLayoutVars>
          <dgm:bulletEnabled val="1"/>
        </dgm:presLayoutVars>
      </dgm:prSet>
      <dgm:spPr/>
      <dgm:t>
        <a:bodyPr/>
        <a:lstStyle/>
        <a:p>
          <a:endParaRPr lang="en-US"/>
        </a:p>
      </dgm:t>
    </dgm:pt>
    <dgm:pt modelId="{B99B3937-3480-479C-ACAA-BCD7953BCAAA}" type="pres">
      <dgm:prSet presAssocID="{70C134BE-0C9C-4C8D-9534-F62FDF6B3A67}" presName="childShp" presStyleLbl="bgAccFollowNode1" presStyleIdx="1" presStyleCnt="5">
        <dgm:presLayoutVars>
          <dgm:bulletEnabled val="1"/>
        </dgm:presLayoutVars>
      </dgm:prSet>
      <dgm:spPr/>
      <dgm:t>
        <a:bodyPr/>
        <a:lstStyle/>
        <a:p>
          <a:endParaRPr lang="en-US"/>
        </a:p>
      </dgm:t>
    </dgm:pt>
    <dgm:pt modelId="{577E440E-FF6A-41D7-8A16-7C3B8241C4F5}" type="pres">
      <dgm:prSet presAssocID="{00072711-F9FE-469A-AD5E-36309D91A934}" presName="spacing" presStyleCnt="0"/>
      <dgm:spPr/>
    </dgm:pt>
    <dgm:pt modelId="{D856C0D9-1325-4505-A97E-5AD79E7F49CA}" type="pres">
      <dgm:prSet presAssocID="{194F8BDC-5889-4C7D-8735-5AF0EEE639F2}" presName="linNode" presStyleCnt="0"/>
      <dgm:spPr/>
    </dgm:pt>
    <dgm:pt modelId="{4B14A9E5-E416-437C-BFBA-7AFF6FA88AF2}" type="pres">
      <dgm:prSet presAssocID="{194F8BDC-5889-4C7D-8735-5AF0EEE639F2}" presName="parentShp" presStyleLbl="node1" presStyleIdx="2" presStyleCnt="5">
        <dgm:presLayoutVars>
          <dgm:bulletEnabled val="1"/>
        </dgm:presLayoutVars>
      </dgm:prSet>
      <dgm:spPr/>
      <dgm:t>
        <a:bodyPr/>
        <a:lstStyle/>
        <a:p>
          <a:endParaRPr lang="en-US"/>
        </a:p>
      </dgm:t>
    </dgm:pt>
    <dgm:pt modelId="{7D9E119F-4C8B-4EA7-9D92-BA1DAD909FAA}" type="pres">
      <dgm:prSet presAssocID="{194F8BDC-5889-4C7D-8735-5AF0EEE639F2}" presName="childShp" presStyleLbl="bgAccFollowNode1" presStyleIdx="2" presStyleCnt="5">
        <dgm:presLayoutVars>
          <dgm:bulletEnabled val="1"/>
        </dgm:presLayoutVars>
      </dgm:prSet>
      <dgm:spPr/>
      <dgm:t>
        <a:bodyPr/>
        <a:lstStyle/>
        <a:p>
          <a:endParaRPr lang="en-US"/>
        </a:p>
      </dgm:t>
    </dgm:pt>
    <dgm:pt modelId="{A304BBE8-A944-4769-9E53-9C77D3DEB3FD}" type="pres">
      <dgm:prSet presAssocID="{782EB2F1-109D-4CDD-8590-96ED91E2F34C}" presName="spacing" presStyleCnt="0"/>
      <dgm:spPr/>
    </dgm:pt>
    <dgm:pt modelId="{CEF5A753-48F4-4311-96FA-BF4AD4993861}" type="pres">
      <dgm:prSet presAssocID="{4D84495E-06EA-43D0-869B-2ADE6017C0C7}" presName="linNode" presStyleCnt="0"/>
      <dgm:spPr/>
    </dgm:pt>
    <dgm:pt modelId="{5877EC2B-3493-4B61-841E-0BF393676309}" type="pres">
      <dgm:prSet presAssocID="{4D84495E-06EA-43D0-869B-2ADE6017C0C7}" presName="parentShp" presStyleLbl="node1" presStyleIdx="3" presStyleCnt="5">
        <dgm:presLayoutVars>
          <dgm:bulletEnabled val="1"/>
        </dgm:presLayoutVars>
      </dgm:prSet>
      <dgm:spPr/>
      <dgm:t>
        <a:bodyPr/>
        <a:lstStyle/>
        <a:p>
          <a:endParaRPr lang="en-US"/>
        </a:p>
      </dgm:t>
    </dgm:pt>
    <dgm:pt modelId="{B4C1F0FC-A378-4484-BB10-547D8E51E855}" type="pres">
      <dgm:prSet presAssocID="{4D84495E-06EA-43D0-869B-2ADE6017C0C7}" presName="childShp" presStyleLbl="bgAccFollowNode1" presStyleIdx="3" presStyleCnt="5">
        <dgm:presLayoutVars>
          <dgm:bulletEnabled val="1"/>
        </dgm:presLayoutVars>
      </dgm:prSet>
      <dgm:spPr/>
      <dgm:t>
        <a:bodyPr/>
        <a:lstStyle/>
        <a:p>
          <a:endParaRPr lang="en-US"/>
        </a:p>
      </dgm:t>
    </dgm:pt>
    <dgm:pt modelId="{216FCB0F-C3AE-4BC8-BA56-6366191E41FE}" type="pres">
      <dgm:prSet presAssocID="{C0587942-566F-4FD0-A65E-AAD4F8BE7E28}" presName="spacing" presStyleCnt="0"/>
      <dgm:spPr/>
    </dgm:pt>
    <dgm:pt modelId="{AB87C675-8758-4720-98E1-D69B79287282}" type="pres">
      <dgm:prSet presAssocID="{354FA254-CF82-4A99-A59C-103C425D55DF}" presName="linNode" presStyleCnt="0"/>
      <dgm:spPr/>
    </dgm:pt>
    <dgm:pt modelId="{9163F596-5369-4E47-B863-3A63A6C67C89}" type="pres">
      <dgm:prSet presAssocID="{354FA254-CF82-4A99-A59C-103C425D55DF}" presName="parentShp" presStyleLbl="node1" presStyleIdx="4" presStyleCnt="5">
        <dgm:presLayoutVars>
          <dgm:bulletEnabled val="1"/>
        </dgm:presLayoutVars>
      </dgm:prSet>
      <dgm:spPr/>
      <dgm:t>
        <a:bodyPr/>
        <a:lstStyle/>
        <a:p>
          <a:endParaRPr lang="en-US"/>
        </a:p>
      </dgm:t>
    </dgm:pt>
    <dgm:pt modelId="{952FCD4E-0203-42DA-8AA3-2422A630C937}" type="pres">
      <dgm:prSet presAssocID="{354FA254-CF82-4A99-A59C-103C425D55DF}" presName="childShp" presStyleLbl="bgAccFollowNode1" presStyleIdx="4" presStyleCnt="5">
        <dgm:presLayoutVars>
          <dgm:bulletEnabled val="1"/>
        </dgm:presLayoutVars>
      </dgm:prSet>
      <dgm:spPr/>
      <dgm:t>
        <a:bodyPr/>
        <a:lstStyle/>
        <a:p>
          <a:endParaRPr lang="en-US"/>
        </a:p>
      </dgm:t>
    </dgm:pt>
  </dgm:ptLst>
  <dgm:cxnLst>
    <dgm:cxn modelId="{184D72EE-EECC-491B-85E8-4EF5B51ED2D2}" type="presOf" srcId="{194F8BDC-5889-4C7D-8735-5AF0EEE639F2}" destId="{4B14A9E5-E416-437C-BFBA-7AFF6FA88AF2}" srcOrd="0" destOrd="0" presId="urn:microsoft.com/office/officeart/2005/8/layout/vList6"/>
    <dgm:cxn modelId="{F22EE93A-5790-40CE-9B33-EC82772547C3}" type="presOf" srcId="{7285B8BC-509D-41BC-B073-D3CE8F72F559}" destId="{A62CC988-09E8-4F54-B5AE-EE1B6D665A4F}" srcOrd="0" destOrd="0" presId="urn:microsoft.com/office/officeart/2005/8/layout/vList6"/>
    <dgm:cxn modelId="{21069135-F92E-445F-BED1-50035254526E}" srcId="{4D84495E-06EA-43D0-869B-2ADE6017C0C7}" destId="{B9C34B48-65BE-47D8-A178-C6EAAAEB367E}" srcOrd="0" destOrd="0" parTransId="{4BB2418E-522D-4483-B46D-6F0FC1694023}" sibTransId="{E85F9E00-B3F5-4625-B001-4973A1DA944C}"/>
    <dgm:cxn modelId="{192B9EA5-591B-4654-B3C8-24134C466827}" type="presOf" srcId="{71902A68-C2D5-4A15-A5DF-AA20F1A8792F}" destId="{5F100A7A-041A-4670-B86E-58043B3DA723}" srcOrd="0" destOrd="0" presId="urn:microsoft.com/office/officeart/2005/8/layout/vList6"/>
    <dgm:cxn modelId="{4C9669F1-2ACB-4F8F-AC43-B01F8044173C}" srcId="{0162E716-A845-4CDE-BC72-3842B1C581D7}" destId="{7285B8BC-509D-41BC-B073-D3CE8F72F559}" srcOrd="0" destOrd="0" parTransId="{FB304D0C-E551-4DD4-89BA-F65681B2DFD3}" sibTransId="{317503DB-1E85-4DED-A9CF-90C0C315280C}"/>
    <dgm:cxn modelId="{2267EF5C-18CF-4D11-B489-DB44A4CC0457}" type="presOf" srcId="{8E89BD86-8947-4773-83FB-67C0404142FD}" destId="{952FCD4E-0203-42DA-8AA3-2422A630C937}" srcOrd="0" destOrd="0" presId="urn:microsoft.com/office/officeart/2005/8/layout/vList6"/>
    <dgm:cxn modelId="{0817161B-4D4D-4B11-890F-2BC1D7E5B315}" srcId="{0162E716-A845-4CDE-BC72-3842B1C581D7}" destId="{354FA254-CF82-4A99-A59C-103C425D55DF}" srcOrd="4" destOrd="0" parTransId="{D57401EA-0A32-472A-B4B9-95B1C7EF7204}" sibTransId="{7940A9AA-F660-4ADE-B8FA-B08268775236}"/>
    <dgm:cxn modelId="{7C508F1D-726E-4828-AEC2-CA993568EF70}" type="presOf" srcId="{0162E716-A845-4CDE-BC72-3842B1C581D7}" destId="{A2EBA8BF-3C3F-414A-B7A3-51E136C9403A}" srcOrd="0" destOrd="0" presId="urn:microsoft.com/office/officeart/2005/8/layout/vList6"/>
    <dgm:cxn modelId="{9391D898-ADC8-406F-8325-0729898F46BC}" srcId="{0162E716-A845-4CDE-BC72-3842B1C581D7}" destId="{194F8BDC-5889-4C7D-8735-5AF0EEE639F2}" srcOrd="2" destOrd="0" parTransId="{638B420D-F2E8-4524-AB78-9BF2BCCE662D}" sibTransId="{782EB2F1-109D-4CDD-8590-96ED91E2F34C}"/>
    <dgm:cxn modelId="{22750274-3DE3-40E8-86A0-C9C1C49D65F6}" type="presOf" srcId="{F99255DB-9DF5-49C8-9BA4-780E2DDC9473}" destId="{7D9E119F-4C8B-4EA7-9D92-BA1DAD909FAA}" srcOrd="0" destOrd="0" presId="urn:microsoft.com/office/officeart/2005/8/layout/vList6"/>
    <dgm:cxn modelId="{2EBD6CA5-FFCB-416E-8B7D-C546A9B42F61}" type="presOf" srcId="{70C134BE-0C9C-4C8D-9534-F62FDF6B3A67}" destId="{69B8A589-A4AA-4FD4-97B6-9E92D54DB966}" srcOrd="0" destOrd="0" presId="urn:microsoft.com/office/officeart/2005/8/layout/vList6"/>
    <dgm:cxn modelId="{C01CA236-91F3-46FC-90A9-B0B31876D23F}" srcId="{0162E716-A845-4CDE-BC72-3842B1C581D7}" destId="{70C134BE-0C9C-4C8D-9534-F62FDF6B3A67}" srcOrd="1" destOrd="0" parTransId="{25A95814-3293-41F7-9BC0-5D78631326EA}" sibTransId="{00072711-F9FE-469A-AD5E-36309D91A934}"/>
    <dgm:cxn modelId="{10A8C1B6-60D1-43B4-A8D8-DC2C14974F83}" srcId="{194F8BDC-5889-4C7D-8735-5AF0EEE639F2}" destId="{F99255DB-9DF5-49C8-9BA4-780E2DDC9473}" srcOrd="0" destOrd="0" parTransId="{68BA95D1-67DF-4EEF-8998-D86F152AC392}" sibTransId="{84251F74-C0F6-4437-BDFC-D03C383FD176}"/>
    <dgm:cxn modelId="{987FF117-FF31-4F57-BDF5-52DB3C30637E}" type="presOf" srcId="{B9C34B48-65BE-47D8-A178-C6EAAAEB367E}" destId="{B4C1F0FC-A378-4484-BB10-547D8E51E855}" srcOrd="0" destOrd="0" presId="urn:microsoft.com/office/officeart/2005/8/layout/vList6"/>
    <dgm:cxn modelId="{E0ACC1F9-7DB4-4C0D-86F1-5A047F1C671F}" srcId="{70C134BE-0C9C-4C8D-9534-F62FDF6B3A67}" destId="{63CEA1C1-94C9-4416-99C0-C292901012EB}" srcOrd="0" destOrd="0" parTransId="{378E11FF-B96B-4573-A2C0-1BABD4BE76A8}" sibTransId="{60D92414-CDF3-48FD-8084-0D1E05FC05EF}"/>
    <dgm:cxn modelId="{1047C85B-CBF8-4B8C-8800-DEA0A8568265}" type="presOf" srcId="{4D84495E-06EA-43D0-869B-2ADE6017C0C7}" destId="{5877EC2B-3493-4B61-841E-0BF393676309}" srcOrd="0" destOrd="0" presId="urn:microsoft.com/office/officeart/2005/8/layout/vList6"/>
    <dgm:cxn modelId="{5E47667E-07DA-473C-A51B-E49A3F5BCECE}" srcId="{354FA254-CF82-4A99-A59C-103C425D55DF}" destId="{8E89BD86-8947-4773-83FB-67C0404142FD}" srcOrd="0" destOrd="0" parTransId="{70815310-61DB-43E2-999E-92BCCC68CA94}" sibTransId="{389B4A3F-FEA5-4239-8242-5B74CBBB7256}"/>
    <dgm:cxn modelId="{F405710B-FF87-4A16-8250-E13D7CCD8C3A}" srcId="{7285B8BC-509D-41BC-B073-D3CE8F72F559}" destId="{71902A68-C2D5-4A15-A5DF-AA20F1A8792F}" srcOrd="0" destOrd="0" parTransId="{D0D9CA91-75CF-4FB1-8ADE-860EE946C97C}" sibTransId="{6D3124E7-5235-4E5F-AE37-218DB025C5DC}"/>
    <dgm:cxn modelId="{04E6EFF8-B288-49A9-B613-6876C9229FB6}" srcId="{0162E716-A845-4CDE-BC72-3842B1C581D7}" destId="{4D84495E-06EA-43D0-869B-2ADE6017C0C7}" srcOrd="3" destOrd="0" parTransId="{49C33936-3739-491A-BD1D-4631C1787B7F}" sibTransId="{C0587942-566F-4FD0-A65E-AAD4F8BE7E28}"/>
    <dgm:cxn modelId="{3100F2C1-82B7-4383-B79B-6266ECBD7404}" type="presOf" srcId="{63CEA1C1-94C9-4416-99C0-C292901012EB}" destId="{B99B3937-3480-479C-ACAA-BCD7953BCAAA}" srcOrd="0" destOrd="0" presId="urn:microsoft.com/office/officeart/2005/8/layout/vList6"/>
    <dgm:cxn modelId="{CFC4EA39-D3EA-4246-9297-6D4A38831982}" type="presOf" srcId="{354FA254-CF82-4A99-A59C-103C425D55DF}" destId="{9163F596-5369-4E47-B863-3A63A6C67C89}" srcOrd="0" destOrd="0" presId="urn:microsoft.com/office/officeart/2005/8/layout/vList6"/>
    <dgm:cxn modelId="{B0C743B5-2570-4D22-8644-4D3B644226C5}" type="presParOf" srcId="{A2EBA8BF-3C3F-414A-B7A3-51E136C9403A}" destId="{BE66DA32-345A-4A4F-A516-6C9C7B5A19FC}" srcOrd="0" destOrd="0" presId="urn:microsoft.com/office/officeart/2005/8/layout/vList6"/>
    <dgm:cxn modelId="{F67113A4-D013-4744-A622-6D57D2711BFC}" type="presParOf" srcId="{BE66DA32-345A-4A4F-A516-6C9C7B5A19FC}" destId="{A62CC988-09E8-4F54-B5AE-EE1B6D665A4F}" srcOrd="0" destOrd="0" presId="urn:microsoft.com/office/officeart/2005/8/layout/vList6"/>
    <dgm:cxn modelId="{1472F2D4-316A-484C-9B27-80DE538353AE}" type="presParOf" srcId="{BE66DA32-345A-4A4F-A516-6C9C7B5A19FC}" destId="{5F100A7A-041A-4670-B86E-58043B3DA723}" srcOrd="1" destOrd="0" presId="urn:microsoft.com/office/officeart/2005/8/layout/vList6"/>
    <dgm:cxn modelId="{098E1739-545C-47E2-86D0-C4313538F577}" type="presParOf" srcId="{A2EBA8BF-3C3F-414A-B7A3-51E136C9403A}" destId="{29D69BEF-73D0-433F-A210-521B7F512680}" srcOrd="1" destOrd="0" presId="urn:microsoft.com/office/officeart/2005/8/layout/vList6"/>
    <dgm:cxn modelId="{90355D21-AF99-4556-A339-CBF9F9CEB71C}" type="presParOf" srcId="{A2EBA8BF-3C3F-414A-B7A3-51E136C9403A}" destId="{2DB1C673-FDE0-43E0-B870-5A781096DE9A}" srcOrd="2" destOrd="0" presId="urn:microsoft.com/office/officeart/2005/8/layout/vList6"/>
    <dgm:cxn modelId="{8923BFF2-2665-4806-A370-9E7F643B1EDB}" type="presParOf" srcId="{2DB1C673-FDE0-43E0-B870-5A781096DE9A}" destId="{69B8A589-A4AA-4FD4-97B6-9E92D54DB966}" srcOrd="0" destOrd="0" presId="urn:microsoft.com/office/officeart/2005/8/layout/vList6"/>
    <dgm:cxn modelId="{ABB19116-515D-4303-ACFB-B4E684EAEA0A}" type="presParOf" srcId="{2DB1C673-FDE0-43E0-B870-5A781096DE9A}" destId="{B99B3937-3480-479C-ACAA-BCD7953BCAAA}" srcOrd="1" destOrd="0" presId="urn:microsoft.com/office/officeart/2005/8/layout/vList6"/>
    <dgm:cxn modelId="{0099728A-0239-4531-839D-5A8828931E07}" type="presParOf" srcId="{A2EBA8BF-3C3F-414A-B7A3-51E136C9403A}" destId="{577E440E-FF6A-41D7-8A16-7C3B8241C4F5}" srcOrd="3" destOrd="0" presId="urn:microsoft.com/office/officeart/2005/8/layout/vList6"/>
    <dgm:cxn modelId="{0FAD7E70-9794-4404-8072-5557C261B646}" type="presParOf" srcId="{A2EBA8BF-3C3F-414A-B7A3-51E136C9403A}" destId="{D856C0D9-1325-4505-A97E-5AD79E7F49CA}" srcOrd="4" destOrd="0" presId="urn:microsoft.com/office/officeart/2005/8/layout/vList6"/>
    <dgm:cxn modelId="{6475068D-D1BA-42B7-948A-CB77DC18CBF8}" type="presParOf" srcId="{D856C0D9-1325-4505-A97E-5AD79E7F49CA}" destId="{4B14A9E5-E416-437C-BFBA-7AFF6FA88AF2}" srcOrd="0" destOrd="0" presId="urn:microsoft.com/office/officeart/2005/8/layout/vList6"/>
    <dgm:cxn modelId="{DAD00291-CAA5-46EE-A8CF-76AD0B971AF7}" type="presParOf" srcId="{D856C0D9-1325-4505-A97E-5AD79E7F49CA}" destId="{7D9E119F-4C8B-4EA7-9D92-BA1DAD909FAA}" srcOrd="1" destOrd="0" presId="urn:microsoft.com/office/officeart/2005/8/layout/vList6"/>
    <dgm:cxn modelId="{60A67AE0-FAEB-4DD4-873E-11DF6118D5CF}" type="presParOf" srcId="{A2EBA8BF-3C3F-414A-B7A3-51E136C9403A}" destId="{A304BBE8-A944-4769-9E53-9C77D3DEB3FD}" srcOrd="5" destOrd="0" presId="urn:microsoft.com/office/officeart/2005/8/layout/vList6"/>
    <dgm:cxn modelId="{09F08FC7-E152-4CC3-89CE-ACCA5E3D583B}" type="presParOf" srcId="{A2EBA8BF-3C3F-414A-B7A3-51E136C9403A}" destId="{CEF5A753-48F4-4311-96FA-BF4AD4993861}" srcOrd="6" destOrd="0" presId="urn:microsoft.com/office/officeart/2005/8/layout/vList6"/>
    <dgm:cxn modelId="{9FE053B2-BCD2-4578-8AB0-9B908992404A}" type="presParOf" srcId="{CEF5A753-48F4-4311-96FA-BF4AD4993861}" destId="{5877EC2B-3493-4B61-841E-0BF393676309}" srcOrd="0" destOrd="0" presId="urn:microsoft.com/office/officeart/2005/8/layout/vList6"/>
    <dgm:cxn modelId="{B09042F1-F87D-46F5-A75D-47D1810E2C99}" type="presParOf" srcId="{CEF5A753-48F4-4311-96FA-BF4AD4993861}" destId="{B4C1F0FC-A378-4484-BB10-547D8E51E855}" srcOrd="1" destOrd="0" presId="urn:microsoft.com/office/officeart/2005/8/layout/vList6"/>
    <dgm:cxn modelId="{5E960C6E-3719-45A0-9D1F-A6DA0D99B3FB}" type="presParOf" srcId="{A2EBA8BF-3C3F-414A-B7A3-51E136C9403A}" destId="{216FCB0F-C3AE-4BC8-BA56-6366191E41FE}" srcOrd="7" destOrd="0" presId="urn:microsoft.com/office/officeart/2005/8/layout/vList6"/>
    <dgm:cxn modelId="{4FA892EF-BC75-4811-A61A-59D987366D9B}" type="presParOf" srcId="{A2EBA8BF-3C3F-414A-B7A3-51E136C9403A}" destId="{AB87C675-8758-4720-98E1-D69B79287282}" srcOrd="8" destOrd="0" presId="urn:microsoft.com/office/officeart/2005/8/layout/vList6"/>
    <dgm:cxn modelId="{98D06598-5C1C-486A-95CA-D05CB7028C9B}" type="presParOf" srcId="{AB87C675-8758-4720-98E1-D69B79287282}" destId="{9163F596-5369-4E47-B863-3A63A6C67C89}" srcOrd="0" destOrd="0" presId="urn:microsoft.com/office/officeart/2005/8/layout/vList6"/>
    <dgm:cxn modelId="{8EA91167-98D7-465B-9C75-2AC28B66F4AE}" type="presParOf" srcId="{AB87C675-8758-4720-98E1-D69B79287282}" destId="{952FCD4E-0203-42DA-8AA3-2422A630C937}"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B97D690-430A-40E2-B786-CB4CF665366B}" type="doc">
      <dgm:prSet loTypeId="urn:microsoft.com/office/officeart/2005/8/layout/vList5" loCatId="list" qsTypeId="urn:microsoft.com/office/officeart/2005/8/quickstyle/simple1" qsCatId="simple" csTypeId="urn:microsoft.com/office/officeart/2005/8/colors/colorful3" csCatId="colorful"/>
      <dgm:spPr/>
      <dgm:t>
        <a:bodyPr/>
        <a:lstStyle/>
        <a:p>
          <a:endParaRPr lang="en-US"/>
        </a:p>
      </dgm:t>
    </dgm:pt>
    <dgm:pt modelId="{E1CD3156-2C37-4238-B976-14AB1F3E2826}">
      <dgm:prSet/>
      <dgm:spPr/>
      <dgm:t>
        <a:bodyPr/>
        <a:lstStyle/>
        <a:p>
          <a:pPr rtl="0"/>
          <a:r>
            <a:rPr lang="en-US" b="0" i="0" baseline="0" dirty="0" smtClean="0"/>
            <a:t>Create</a:t>
          </a:r>
          <a:endParaRPr lang="en-US" dirty="0"/>
        </a:p>
      </dgm:t>
    </dgm:pt>
    <dgm:pt modelId="{0FBCD964-61FA-485A-958E-5C8BA06757D9}" type="parTrans" cxnId="{174BFB1B-B2C4-4CBC-B981-330A3A34B543}">
      <dgm:prSet/>
      <dgm:spPr/>
      <dgm:t>
        <a:bodyPr/>
        <a:lstStyle/>
        <a:p>
          <a:endParaRPr lang="en-US"/>
        </a:p>
      </dgm:t>
    </dgm:pt>
    <dgm:pt modelId="{3A3CF95B-FF5C-4C84-A6F3-BDF84B4102DE}" type="sibTrans" cxnId="{174BFB1B-B2C4-4CBC-B981-330A3A34B543}">
      <dgm:prSet/>
      <dgm:spPr/>
      <dgm:t>
        <a:bodyPr/>
        <a:lstStyle/>
        <a:p>
          <a:endParaRPr lang="en-US"/>
        </a:p>
      </dgm:t>
    </dgm:pt>
    <dgm:pt modelId="{484BCD11-5FF5-4184-ADAF-1EC6D52AA471}">
      <dgm:prSet/>
      <dgm:spPr/>
      <dgm:t>
        <a:bodyPr/>
        <a:lstStyle/>
        <a:p>
          <a:pPr rtl="0"/>
          <a:r>
            <a:rPr lang="en-US" b="0" i="0" baseline="0" dirty="0" smtClean="0"/>
            <a:t>Read</a:t>
          </a:r>
          <a:endParaRPr lang="en-US" b="0" i="0" baseline="0" dirty="0"/>
        </a:p>
      </dgm:t>
    </dgm:pt>
    <dgm:pt modelId="{C322415E-EEB0-4497-B40E-C647C0FBCFFA}" type="parTrans" cxnId="{657DC6D1-D9AB-4282-A05F-764330BAEC91}">
      <dgm:prSet/>
      <dgm:spPr/>
      <dgm:t>
        <a:bodyPr/>
        <a:lstStyle/>
        <a:p>
          <a:endParaRPr lang="en-US"/>
        </a:p>
      </dgm:t>
    </dgm:pt>
    <dgm:pt modelId="{6744E898-8F59-44D2-96FE-81DA6560AB0A}" type="sibTrans" cxnId="{657DC6D1-D9AB-4282-A05F-764330BAEC91}">
      <dgm:prSet/>
      <dgm:spPr/>
      <dgm:t>
        <a:bodyPr/>
        <a:lstStyle/>
        <a:p>
          <a:endParaRPr lang="en-US"/>
        </a:p>
      </dgm:t>
    </dgm:pt>
    <dgm:pt modelId="{824FE554-88FE-4FC2-B532-9A0D92D6EB49}">
      <dgm:prSet/>
      <dgm:spPr/>
      <dgm:t>
        <a:bodyPr/>
        <a:lstStyle/>
        <a:p>
          <a:pPr rtl="0"/>
          <a:r>
            <a:rPr lang="en-US" b="0" i="0" baseline="0" dirty="0" smtClean="0"/>
            <a:t>Write</a:t>
          </a:r>
          <a:endParaRPr lang="en-US" dirty="0"/>
        </a:p>
      </dgm:t>
    </dgm:pt>
    <dgm:pt modelId="{F6E13C5F-3AC1-46E3-B953-608135445D2E}" type="parTrans" cxnId="{EDAC806F-3B14-4A99-884E-16044C81D893}">
      <dgm:prSet/>
      <dgm:spPr/>
      <dgm:t>
        <a:bodyPr/>
        <a:lstStyle/>
        <a:p>
          <a:endParaRPr lang="en-US"/>
        </a:p>
      </dgm:t>
    </dgm:pt>
    <dgm:pt modelId="{56D4FD4E-5352-4803-A8BF-9CD2AFA806B1}" type="sibTrans" cxnId="{EDAC806F-3B14-4A99-884E-16044C81D893}">
      <dgm:prSet/>
      <dgm:spPr/>
      <dgm:t>
        <a:bodyPr/>
        <a:lstStyle/>
        <a:p>
          <a:endParaRPr lang="en-US"/>
        </a:p>
      </dgm:t>
    </dgm:pt>
    <dgm:pt modelId="{ECDA6809-C92D-4915-B12E-9C69AD7510E8}">
      <dgm:prSet/>
      <dgm:spPr/>
      <dgm:t>
        <a:bodyPr/>
        <a:lstStyle/>
        <a:p>
          <a:pPr rtl="0"/>
          <a:r>
            <a:rPr lang="en-US" b="0" i="0" baseline="0" dirty="0" smtClean="0"/>
            <a:t>Delete</a:t>
          </a:r>
          <a:endParaRPr lang="en-US" dirty="0"/>
        </a:p>
      </dgm:t>
    </dgm:pt>
    <dgm:pt modelId="{F792129A-0D62-42E9-8CE2-768D5E5C99FC}" type="parTrans" cxnId="{1F5410B8-D87B-4302-98CD-21B2B84BBB85}">
      <dgm:prSet/>
      <dgm:spPr/>
      <dgm:t>
        <a:bodyPr/>
        <a:lstStyle/>
        <a:p>
          <a:endParaRPr lang="en-US"/>
        </a:p>
      </dgm:t>
    </dgm:pt>
    <dgm:pt modelId="{E5F83448-FAA1-410A-B87B-6424FB47BFE5}" type="sibTrans" cxnId="{1F5410B8-D87B-4302-98CD-21B2B84BBB85}">
      <dgm:prSet/>
      <dgm:spPr/>
      <dgm:t>
        <a:bodyPr/>
        <a:lstStyle/>
        <a:p>
          <a:endParaRPr lang="en-US"/>
        </a:p>
      </dgm:t>
    </dgm:pt>
    <dgm:pt modelId="{CAA24B9E-63D0-42FB-AFD7-8130C69EDCEE}">
      <dgm:prSet/>
      <dgm:spPr/>
      <dgm:t>
        <a:bodyPr/>
        <a:lstStyle/>
        <a:p>
          <a:pPr rtl="0"/>
          <a:r>
            <a:rPr lang="en-US" b="0" i="0" baseline="0" dirty="0" smtClean="0"/>
            <a:t>Move</a:t>
          </a:r>
          <a:endParaRPr lang="en-US" dirty="0"/>
        </a:p>
      </dgm:t>
    </dgm:pt>
    <dgm:pt modelId="{9038324B-5158-41BC-89ED-0493B7760ECF}" type="parTrans" cxnId="{7A9F993F-695C-4321-8828-282BC726F3C8}">
      <dgm:prSet/>
      <dgm:spPr/>
      <dgm:t>
        <a:bodyPr/>
        <a:lstStyle/>
        <a:p>
          <a:endParaRPr lang="en-US"/>
        </a:p>
      </dgm:t>
    </dgm:pt>
    <dgm:pt modelId="{C17AC57E-45E9-4221-972C-7DDC83197085}" type="sibTrans" cxnId="{7A9F993F-695C-4321-8828-282BC726F3C8}">
      <dgm:prSet/>
      <dgm:spPr/>
      <dgm:t>
        <a:bodyPr/>
        <a:lstStyle/>
        <a:p>
          <a:endParaRPr lang="en-US"/>
        </a:p>
      </dgm:t>
    </dgm:pt>
    <dgm:pt modelId="{961A3477-14FF-4E8A-A5B0-26A82DFF1D95}">
      <dgm:prSet/>
      <dgm:spPr/>
      <dgm:t>
        <a:bodyPr/>
        <a:lstStyle/>
        <a:p>
          <a:pPr rtl="0"/>
          <a:r>
            <a:rPr lang="en-US" b="0" i="0" baseline="0" dirty="0" smtClean="0"/>
            <a:t>Execute</a:t>
          </a:r>
          <a:endParaRPr lang="en-US" dirty="0"/>
        </a:p>
      </dgm:t>
    </dgm:pt>
    <dgm:pt modelId="{2C99B27C-5B0F-4A96-9B38-4B2374F022D4}" type="parTrans" cxnId="{0CB52C17-CEB5-4CF9-9B4D-686ED250856C}">
      <dgm:prSet/>
      <dgm:spPr/>
      <dgm:t>
        <a:bodyPr/>
        <a:lstStyle/>
        <a:p>
          <a:endParaRPr lang="en-US"/>
        </a:p>
      </dgm:t>
    </dgm:pt>
    <dgm:pt modelId="{F262A4D5-CF6A-4EF8-97CD-3E77575B643C}" type="sibTrans" cxnId="{0CB52C17-CEB5-4CF9-9B4D-686ED250856C}">
      <dgm:prSet/>
      <dgm:spPr/>
      <dgm:t>
        <a:bodyPr/>
        <a:lstStyle/>
        <a:p>
          <a:endParaRPr lang="en-US"/>
        </a:p>
      </dgm:t>
    </dgm:pt>
    <dgm:pt modelId="{A4299F2A-96B2-4E41-8CAD-BB66125ECF89}">
      <dgm:prSet/>
      <dgm:spPr/>
      <dgm:t>
        <a:bodyPr/>
        <a:lstStyle/>
        <a:p>
          <a:pPr rtl="0"/>
          <a:r>
            <a:rPr lang="en-US" b="0" i="0" baseline="0" dirty="0" smtClean="0"/>
            <a:t>Rename</a:t>
          </a:r>
          <a:endParaRPr lang="en-US" dirty="0"/>
        </a:p>
      </dgm:t>
    </dgm:pt>
    <dgm:pt modelId="{D0EB6712-93CB-45B6-A996-395F936EAE5B}" type="parTrans" cxnId="{848F0FB0-7E03-466D-AF6A-F3054414F0E9}">
      <dgm:prSet/>
      <dgm:spPr/>
      <dgm:t>
        <a:bodyPr/>
        <a:lstStyle/>
        <a:p>
          <a:endParaRPr lang="en-US"/>
        </a:p>
      </dgm:t>
    </dgm:pt>
    <dgm:pt modelId="{424E1202-1D61-426F-BF3F-BC0CDA13695F}" type="sibTrans" cxnId="{848F0FB0-7E03-466D-AF6A-F3054414F0E9}">
      <dgm:prSet/>
      <dgm:spPr/>
      <dgm:t>
        <a:bodyPr/>
        <a:lstStyle/>
        <a:p>
          <a:endParaRPr lang="en-US"/>
        </a:p>
      </dgm:t>
    </dgm:pt>
    <dgm:pt modelId="{388461BD-85CE-47FA-9691-3DCB5B0AFD3D}">
      <dgm:prSet/>
      <dgm:spPr/>
      <dgm:t>
        <a:bodyPr/>
        <a:lstStyle/>
        <a:p>
          <a:pPr rtl="0"/>
          <a:r>
            <a:rPr lang="en-US" b="0" i="0" baseline="0" dirty="0" smtClean="0"/>
            <a:t>Copy</a:t>
          </a:r>
          <a:endParaRPr lang="en-US" b="0" i="0" baseline="0" dirty="0"/>
        </a:p>
      </dgm:t>
    </dgm:pt>
    <dgm:pt modelId="{EC0E7183-7AEC-428E-AFD0-34B4B0452AA7}" type="parTrans" cxnId="{02B31713-E326-480A-A868-B2E232C73319}">
      <dgm:prSet/>
      <dgm:spPr/>
      <dgm:t>
        <a:bodyPr/>
        <a:lstStyle/>
        <a:p>
          <a:endParaRPr lang="en-US"/>
        </a:p>
      </dgm:t>
    </dgm:pt>
    <dgm:pt modelId="{DD06CEB7-9849-4C38-93AE-2BE2DF0B1A75}" type="sibTrans" cxnId="{02B31713-E326-480A-A868-B2E232C73319}">
      <dgm:prSet/>
      <dgm:spPr/>
      <dgm:t>
        <a:bodyPr/>
        <a:lstStyle/>
        <a:p>
          <a:endParaRPr lang="en-US"/>
        </a:p>
      </dgm:t>
    </dgm:pt>
    <dgm:pt modelId="{6D58C791-2F4A-4356-AF7C-2549AB929BE1}" type="pres">
      <dgm:prSet presAssocID="{7B97D690-430A-40E2-B786-CB4CF665366B}" presName="Name0" presStyleCnt="0">
        <dgm:presLayoutVars>
          <dgm:dir/>
          <dgm:animLvl val="lvl"/>
          <dgm:resizeHandles val="exact"/>
        </dgm:presLayoutVars>
      </dgm:prSet>
      <dgm:spPr/>
      <dgm:t>
        <a:bodyPr/>
        <a:lstStyle/>
        <a:p>
          <a:endParaRPr lang="en-US"/>
        </a:p>
      </dgm:t>
    </dgm:pt>
    <dgm:pt modelId="{63FC5547-9437-4842-BBD4-2620486405F7}" type="pres">
      <dgm:prSet presAssocID="{E1CD3156-2C37-4238-B976-14AB1F3E2826}" presName="linNode" presStyleCnt="0"/>
      <dgm:spPr/>
    </dgm:pt>
    <dgm:pt modelId="{C5D04C32-2B55-445D-9AC9-84AB64E66D73}" type="pres">
      <dgm:prSet presAssocID="{E1CD3156-2C37-4238-B976-14AB1F3E2826}" presName="parentText" presStyleLbl="node1" presStyleIdx="0" presStyleCnt="8">
        <dgm:presLayoutVars>
          <dgm:chMax val="1"/>
          <dgm:bulletEnabled val="1"/>
        </dgm:presLayoutVars>
      </dgm:prSet>
      <dgm:spPr/>
      <dgm:t>
        <a:bodyPr/>
        <a:lstStyle/>
        <a:p>
          <a:endParaRPr lang="en-US"/>
        </a:p>
      </dgm:t>
    </dgm:pt>
    <dgm:pt modelId="{4B616A02-195D-40B3-8B41-080D563A9A66}" type="pres">
      <dgm:prSet presAssocID="{3A3CF95B-FF5C-4C84-A6F3-BDF84B4102DE}" presName="sp" presStyleCnt="0"/>
      <dgm:spPr/>
    </dgm:pt>
    <dgm:pt modelId="{1F230A96-847C-4D11-BFD0-B9129AA2D977}" type="pres">
      <dgm:prSet presAssocID="{484BCD11-5FF5-4184-ADAF-1EC6D52AA471}" presName="linNode" presStyleCnt="0"/>
      <dgm:spPr/>
    </dgm:pt>
    <dgm:pt modelId="{DE90D327-8888-4C47-B214-DE3657609358}" type="pres">
      <dgm:prSet presAssocID="{484BCD11-5FF5-4184-ADAF-1EC6D52AA471}" presName="parentText" presStyleLbl="node1" presStyleIdx="1" presStyleCnt="8">
        <dgm:presLayoutVars>
          <dgm:chMax val="1"/>
          <dgm:bulletEnabled val="1"/>
        </dgm:presLayoutVars>
      </dgm:prSet>
      <dgm:spPr/>
      <dgm:t>
        <a:bodyPr/>
        <a:lstStyle/>
        <a:p>
          <a:endParaRPr lang="en-US"/>
        </a:p>
      </dgm:t>
    </dgm:pt>
    <dgm:pt modelId="{121F5CC4-9815-45AF-ABB8-543A84D5F2AB}" type="pres">
      <dgm:prSet presAssocID="{6744E898-8F59-44D2-96FE-81DA6560AB0A}" presName="sp" presStyleCnt="0"/>
      <dgm:spPr/>
    </dgm:pt>
    <dgm:pt modelId="{6A7274E6-0F0C-4FEF-8BB0-AE10861705B5}" type="pres">
      <dgm:prSet presAssocID="{824FE554-88FE-4FC2-B532-9A0D92D6EB49}" presName="linNode" presStyleCnt="0"/>
      <dgm:spPr/>
    </dgm:pt>
    <dgm:pt modelId="{043457CB-D691-422F-89DB-29F333FFF10C}" type="pres">
      <dgm:prSet presAssocID="{824FE554-88FE-4FC2-B532-9A0D92D6EB49}" presName="parentText" presStyleLbl="node1" presStyleIdx="2" presStyleCnt="8">
        <dgm:presLayoutVars>
          <dgm:chMax val="1"/>
          <dgm:bulletEnabled val="1"/>
        </dgm:presLayoutVars>
      </dgm:prSet>
      <dgm:spPr/>
      <dgm:t>
        <a:bodyPr/>
        <a:lstStyle/>
        <a:p>
          <a:endParaRPr lang="en-US"/>
        </a:p>
      </dgm:t>
    </dgm:pt>
    <dgm:pt modelId="{DDCCACA2-720F-4391-AE6B-34C9E7597D05}" type="pres">
      <dgm:prSet presAssocID="{56D4FD4E-5352-4803-A8BF-9CD2AFA806B1}" presName="sp" presStyleCnt="0"/>
      <dgm:spPr/>
    </dgm:pt>
    <dgm:pt modelId="{2E0729F2-AA46-4668-829A-41E98CE1FF02}" type="pres">
      <dgm:prSet presAssocID="{ECDA6809-C92D-4915-B12E-9C69AD7510E8}" presName="linNode" presStyleCnt="0"/>
      <dgm:spPr/>
    </dgm:pt>
    <dgm:pt modelId="{DB1724F0-B698-46B2-BB2A-EAE0CFFF5543}" type="pres">
      <dgm:prSet presAssocID="{ECDA6809-C92D-4915-B12E-9C69AD7510E8}" presName="parentText" presStyleLbl="node1" presStyleIdx="3" presStyleCnt="8">
        <dgm:presLayoutVars>
          <dgm:chMax val="1"/>
          <dgm:bulletEnabled val="1"/>
        </dgm:presLayoutVars>
      </dgm:prSet>
      <dgm:spPr/>
      <dgm:t>
        <a:bodyPr/>
        <a:lstStyle/>
        <a:p>
          <a:endParaRPr lang="en-US"/>
        </a:p>
      </dgm:t>
    </dgm:pt>
    <dgm:pt modelId="{6C499229-F6AA-4880-8DA7-7958DA7CC18C}" type="pres">
      <dgm:prSet presAssocID="{E5F83448-FAA1-410A-B87B-6424FB47BFE5}" presName="sp" presStyleCnt="0"/>
      <dgm:spPr/>
    </dgm:pt>
    <dgm:pt modelId="{EC10A608-34B2-4FA5-8C07-13B8BE616EC0}" type="pres">
      <dgm:prSet presAssocID="{CAA24B9E-63D0-42FB-AFD7-8130C69EDCEE}" presName="linNode" presStyleCnt="0"/>
      <dgm:spPr/>
    </dgm:pt>
    <dgm:pt modelId="{D0D20A65-5850-47E1-AE0A-73545FBFEE68}" type="pres">
      <dgm:prSet presAssocID="{CAA24B9E-63D0-42FB-AFD7-8130C69EDCEE}" presName="parentText" presStyleLbl="node1" presStyleIdx="4" presStyleCnt="8">
        <dgm:presLayoutVars>
          <dgm:chMax val="1"/>
          <dgm:bulletEnabled val="1"/>
        </dgm:presLayoutVars>
      </dgm:prSet>
      <dgm:spPr/>
      <dgm:t>
        <a:bodyPr/>
        <a:lstStyle/>
        <a:p>
          <a:endParaRPr lang="en-US"/>
        </a:p>
      </dgm:t>
    </dgm:pt>
    <dgm:pt modelId="{440FCD01-9CDE-4C99-AECE-7513F3358C9D}" type="pres">
      <dgm:prSet presAssocID="{C17AC57E-45E9-4221-972C-7DDC83197085}" presName="sp" presStyleCnt="0"/>
      <dgm:spPr/>
    </dgm:pt>
    <dgm:pt modelId="{0418AC4A-BC47-4ACC-B667-4F7997F6449A}" type="pres">
      <dgm:prSet presAssocID="{961A3477-14FF-4E8A-A5B0-26A82DFF1D95}" presName="linNode" presStyleCnt="0"/>
      <dgm:spPr/>
    </dgm:pt>
    <dgm:pt modelId="{6AFF61FB-A25A-42D7-BD7A-9485064C7A52}" type="pres">
      <dgm:prSet presAssocID="{961A3477-14FF-4E8A-A5B0-26A82DFF1D95}" presName="parentText" presStyleLbl="node1" presStyleIdx="5" presStyleCnt="8">
        <dgm:presLayoutVars>
          <dgm:chMax val="1"/>
          <dgm:bulletEnabled val="1"/>
        </dgm:presLayoutVars>
      </dgm:prSet>
      <dgm:spPr/>
      <dgm:t>
        <a:bodyPr/>
        <a:lstStyle/>
        <a:p>
          <a:endParaRPr lang="en-US"/>
        </a:p>
      </dgm:t>
    </dgm:pt>
    <dgm:pt modelId="{43357022-F9E4-47F8-B9DC-C32972A726A4}" type="pres">
      <dgm:prSet presAssocID="{F262A4D5-CF6A-4EF8-97CD-3E77575B643C}" presName="sp" presStyleCnt="0"/>
      <dgm:spPr/>
    </dgm:pt>
    <dgm:pt modelId="{1944A461-309E-4B4E-B168-2198134B3ACE}" type="pres">
      <dgm:prSet presAssocID="{A4299F2A-96B2-4E41-8CAD-BB66125ECF89}" presName="linNode" presStyleCnt="0"/>
      <dgm:spPr/>
    </dgm:pt>
    <dgm:pt modelId="{A92D9FAA-647E-41DD-84D6-281B196097E3}" type="pres">
      <dgm:prSet presAssocID="{A4299F2A-96B2-4E41-8CAD-BB66125ECF89}" presName="parentText" presStyleLbl="node1" presStyleIdx="6" presStyleCnt="8">
        <dgm:presLayoutVars>
          <dgm:chMax val="1"/>
          <dgm:bulletEnabled val="1"/>
        </dgm:presLayoutVars>
      </dgm:prSet>
      <dgm:spPr/>
      <dgm:t>
        <a:bodyPr/>
        <a:lstStyle/>
        <a:p>
          <a:endParaRPr lang="en-US"/>
        </a:p>
      </dgm:t>
    </dgm:pt>
    <dgm:pt modelId="{1E96DAE2-9EDD-4504-BA4D-408BE1CE19A5}" type="pres">
      <dgm:prSet presAssocID="{424E1202-1D61-426F-BF3F-BC0CDA13695F}" presName="sp" presStyleCnt="0"/>
      <dgm:spPr/>
    </dgm:pt>
    <dgm:pt modelId="{F8D77E23-BB02-4C43-B29A-75EBC3CB7D8E}" type="pres">
      <dgm:prSet presAssocID="{388461BD-85CE-47FA-9691-3DCB5B0AFD3D}" presName="linNode" presStyleCnt="0"/>
      <dgm:spPr/>
    </dgm:pt>
    <dgm:pt modelId="{DE4322BF-460B-4767-B058-DA68454F9A71}" type="pres">
      <dgm:prSet presAssocID="{388461BD-85CE-47FA-9691-3DCB5B0AFD3D}" presName="parentText" presStyleLbl="node1" presStyleIdx="7" presStyleCnt="8">
        <dgm:presLayoutVars>
          <dgm:chMax val="1"/>
          <dgm:bulletEnabled val="1"/>
        </dgm:presLayoutVars>
      </dgm:prSet>
      <dgm:spPr/>
      <dgm:t>
        <a:bodyPr/>
        <a:lstStyle/>
        <a:p>
          <a:endParaRPr lang="en-US"/>
        </a:p>
      </dgm:t>
    </dgm:pt>
  </dgm:ptLst>
  <dgm:cxnLst>
    <dgm:cxn modelId="{0CB52C17-CEB5-4CF9-9B4D-686ED250856C}" srcId="{7B97D690-430A-40E2-B786-CB4CF665366B}" destId="{961A3477-14FF-4E8A-A5B0-26A82DFF1D95}" srcOrd="5" destOrd="0" parTransId="{2C99B27C-5B0F-4A96-9B38-4B2374F022D4}" sibTransId="{F262A4D5-CF6A-4EF8-97CD-3E77575B643C}"/>
    <dgm:cxn modelId="{2834F200-35DB-4A02-81BD-C9FE6B653D73}" type="presOf" srcId="{7B97D690-430A-40E2-B786-CB4CF665366B}" destId="{6D58C791-2F4A-4356-AF7C-2549AB929BE1}" srcOrd="0" destOrd="0" presId="urn:microsoft.com/office/officeart/2005/8/layout/vList5"/>
    <dgm:cxn modelId="{1274024D-69EB-4D3F-91FF-2EA43809738C}" type="presOf" srcId="{961A3477-14FF-4E8A-A5B0-26A82DFF1D95}" destId="{6AFF61FB-A25A-42D7-BD7A-9485064C7A52}" srcOrd="0" destOrd="0" presId="urn:microsoft.com/office/officeart/2005/8/layout/vList5"/>
    <dgm:cxn modelId="{848F0FB0-7E03-466D-AF6A-F3054414F0E9}" srcId="{7B97D690-430A-40E2-B786-CB4CF665366B}" destId="{A4299F2A-96B2-4E41-8CAD-BB66125ECF89}" srcOrd="6" destOrd="0" parTransId="{D0EB6712-93CB-45B6-A996-395F936EAE5B}" sibTransId="{424E1202-1D61-426F-BF3F-BC0CDA13695F}"/>
    <dgm:cxn modelId="{6F3ECBC3-FA4F-4B36-86F3-027BE343ED3C}" type="presOf" srcId="{A4299F2A-96B2-4E41-8CAD-BB66125ECF89}" destId="{A92D9FAA-647E-41DD-84D6-281B196097E3}" srcOrd="0" destOrd="0" presId="urn:microsoft.com/office/officeart/2005/8/layout/vList5"/>
    <dgm:cxn modelId="{AF15EE57-636F-434C-B9AE-70338E9F46CD}" type="presOf" srcId="{E1CD3156-2C37-4238-B976-14AB1F3E2826}" destId="{C5D04C32-2B55-445D-9AC9-84AB64E66D73}" srcOrd="0" destOrd="0" presId="urn:microsoft.com/office/officeart/2005/8/layout/vList5"/>
    <dgm:cxn modelId="{7A9F993F-695C-4321-8828-282BC726F3C8}" srcId="{7B97D690-430A-40E2-B786-CB4CF665366B}" destId="{CAA24B9E-63D0-42FB-AFD7-8130C69EDCEE}" srcOrd="4" destOrd="0" parTransId="{9038324B-5158-41BC-89ED-0493B7760ECF}" sibTransId="{C17AC57E-45E9-4221-972C-7DDC83197085}"/>
    <dgm:cxn modelId="{866C1894-C02E-4A95-B4FB-D96F17738A50}" type="presOf" srcId="{ECDA6809-C92D-4915-B12E-9C69AD7510E8}" destId="{DB1724F0-B698-46B2-BB2A-EAE0CFFF5543}" srcOrd="0" destOrd="0" presId="urn:microsoft.com/office/officeart/2005/8/layout/vList5"/>
    <dgm:cxn modelId="{657DC6D1-D9AB-4282-A05F-764330BAEC91}" srcId="{7B97D690-430A-40E2-B786-CB4CF665366B}" destId="{484BCD11-5FF5-4184-ADAF-1EC6D52AA471}" srcOrd="1" destOrd="0" parTransId="{C322415E-EEB0-4497-B40E-C647C0FBCFFA}" sibTransId="{6744E898-8F59-44D2-96FE-81DA6560AB0A}"/>
    <dgm:cxn modelId="{EDAC806F-3B14-4A99-884E-16044C81D893}" srcId="{7B97D690-430A-40E2-B786-CB4CF665366B}" destId="{824FE554-88FE-4FC2-B532-9A0D92D6EB49}" srcOrd="2" destOrd="0" parTransId="{F6E13C5F-3AC1-46E3-B953-608135445D2E}" sibTransId="{56D4FD4E-5352-4803-A8BF-9CD2AFA806B1}"/>
    <dgm:cxn modelId="{1F5410B8-D87B-4302-98CD-21B2B84BBB85}" srcId="{7B97D690-430A-40E2-B786-CB4CF665366B}" destId="{ECDA6809-C92D-4915-B12E-9C69AD7510E8}" srcOrd="3" destOrd="0" parTransId="{F792129A-0D62-42E9-8CE2-768D5E5C99FC}" sibTransId="{E5F83448-FAA1-410A-B87B-6424FB47BFE5}"/>
    <dgm:cxn modelId="{174BFB1B-B2C4-4CBC-B981-330A3A34B543}" srcId="{7B97D690-430A-40E2-B786-CB4CF665366B}" destId="{E1CD3156-2C37-4238-B976-14AB1F3E2826}" srcOrd="0" destOrd="0" parTransId="{0FBCD964-61FA-485A-958E-5C8BA06757D9}" sibTransId="{3A3CF95B-FF5C-4C84-A6F3-BDF84B4102DE}"/>
    <dgm:cxn modelId="{02B31713-E326-480A-A868-B2E232C73319}" srcId="{7B97D690-430A-40E2-B786-CB4CF665366B}" destId="{388461BD-85CE-47FA-9691-3DCB5B0AFD3D}" srcOrd="7" destOrd="0" parTransId="{EC0E7183-7AEC-428E-AFD0-34B4B0452AA7}" sibTransId="{DD06CEB7-9849-4C38-93AE-2BE2DF0B1A75}"/>
    <dgm:cxn modelId="{54EE8569-810C-45FA-AA3D-E60B1F125987}" type="presOf" srcId="{CAA24B9E-63D0-42FB-AFD7-8130C69EDCEE}" destId="{D0D20A65-5850-47E1-AE0A-73545FBFEE68}" srcOrd="0" destOrd="0" presId="urn:microsoft.com/office/officeart/2005/8/layout/vList5"/>
    <dgm:cxn modelId="{7D4A5BC0-BF70-4EBC-8C65-56DFCEFF7359}" type="presOf" srcId="{824FE554-88FE-4FC2-B532-9A0D92D6EB49}" destId="{043457CB-D691-422F-89DB-29F333FFF10C}" srcOrd="0" destOrd="0" presId="urn:microsoft.com/office/officeart/2005/8/layout/vList5"/>
    <dgm:cxn modelId="{627C78DF-5A52-43CD-957E-8FDB35537FBF}" type="presOf" srcId="{484BCD11-5FF5-4184-ADAF-1EC6D52AA471}" destId="{DE90D327-8888-4C47-B214-DE3657609358}" srcOrd="0" destOrd="0" presId="urn:microsoft.com/office/officeart/2005/8/layout/vList5"/>
    <dgm:cxn modelId="{AD2798C5-C02B-4499-9C06-A6E392E4CA63}" type="presOf" srcId="{388461BD-85CE-47FA-9691-3DCB5B0AFD3D}" destId="{DE4322BF-460B-4767-B058-DA68454F9A71}" srcOrd="0" destOrd="0" presId="urn:microsoft.com/office/officeart/2005/8/layout/vList5"/>
    <dgm:cxn modelId="{23386EEC-C40B-48D7-8D0E-C66E42A82179}" type="presParOf" srcId="{6D58C791-2F4A-4356-AF7C-2549AB929BE1}" destId="{63FC5547-9437-4842-BBD4-2620486405F7}" srcOrd="0" destOrd="0" presId="urn:microsoft.com/office/officeart/2005/8/layout/vList5"/>
    <dgm:cxn modelId="{41AC58C3-0E60-4604-A92A-591419C2E457}" type="presParOf" srcId="{63FC5547-9437-4842-BBD4-2620486405F7}" destId="{C5D04C32-2B55-445D-9AC9-84AB64E66D73}" srcOrd="0" destOrd="0" presId="urn:microsoft.com/office/officeart/2005/8/layout/vList5"/>
    <dgm:cxn modelId="{BDA5D820-EF93-40B3-BDFC-D2C7E65EB51A}" type="presParOf" srcId="{6D58C791-2F4A-4356-AF7C-2549AB929BE1}" destId="{4B616A02-195D-40B3-8B41-080D563A9A66}" srcOrd="1" destOrd="0" presId="urn:microsoft.com/office/officeart/2005/8/layout/vList5"/>
    <dgm:cxn modelId="{E6B19CBA-3D34-4C51-BD9F-454DF54CB612}" type="presParOf" srcId="{6D58C791-2F4A-4356-AF7C-2549AB929BE1}" destId="{1F230A96-847C-4D11-BFD0-B9129AA2D977}" srcOrd="2" destOrd="0" presId="urn:microsoft.com/office/officeart/2005/8/layout/vList5"/>
    <dgm:cxn modelId="{AE077E9F-ECBE-4692-8C28-FF106AC5F69A}" type="presParOf" srcId="{1F230A96-847C-4D11-BFD0-B9129AA2D977}" destId="{DE90D327-8888-4C47-B214-DE3657609358}" srcOrd="0" destOrd="0" presId="urn:microsoft.com/office/officeart/2005/8/layout/vList5"/>
    <dgm:cxn modelId="{8D6F35F1-6E11-45D5-9D3F-9FFBBA60F247}" type="presParOf" srcId="{6D58C791-2F4A-4356-AF7C-2549AB929BE1}" destId="{121F5CC4-9815-45AF-ABB8-543A84D5F2AB}" srcOrd="3" destOrd="0" presId="urn:microsoft.com/office/officeart/2005/8/layout/vList5"/>
    <dgm:cxn modelId="{23075A3A-3800-4BB4-9D39-E66F32C5A7B1}" type="presParOf" srcId="{6D58C791-2F4A-4356-AF7C-2549AB929BE1}" destId="{6A7274E6-0F0C-4FEF-8BB0-AE10861705B5}" srcOrd="4" destOrd="0" presId="urn:microsoft.com/office/officeart/2005/8/layout/vList5"/>
    <dgm:cxn modelId="{415A0472-2F1F-4C06-B3E6-BF4D82A0135C}" type="presParOf" srcId="{6A7274E6-0F0C-4FEF-8BB0-AE10861705B5}" destId="{043457CB-D691-422F-89DB-29F333FFF10C}" srcOrd="0" destOrd="0" presId="urn:microsoft.com/office/officeart/2005/8/layout/vList5"/>
    <dgm:cxn modelId="{2790500F-E027-4AC4-AFCB-69430F40ACBB}" type="presParOf" srcId="{6D58C791-2F4A-4356-AF7C-2549AB929BE1}" destId="{DDCCACA2-720F-4391-AE6B-34C9E7597D05}" srcOrd="5" destOrd="0" presId="urn:microsoft.com/office/officeart/2005/8/layout/vList5"/>
    <dgm:cxn modelId="{18EE60A4-A9EA-4CE8-81CF-DC3A2F4EA6A6}" type="presParOf" srcId="{6D58C791-2F4A-4356-AF7C-2549AB929BE1}" destId="{2E0729F2-AA46-4668-829A-41E98CE1FF02}" srcOrd="6" destOrd="0" presId="urn:microsoft.com/office/officeart/2005/8/layout/vList5"/>
    <dgm:cxn modelId="{6C7AC45D-6F13-41AD-952C-0DBF44E01787}" type="presParOf" srcId="{2E0729F2-AA46-4668-829A-41E98CE1FF02}" destId="{DB1724F0-B698-46B2-BB2A-EAE0CFFF5543}" srcOrd="0" destOrd="0" presId="urn:microsoft.com/office/officeart/2005/8/layout/vList5"/>
    <dgm:cxn modelId="{C66FCFBA-835B-42A5-9BB1-13D9AF0B1CBC}" type="presParOf" srcId="{6D58C791-2F4A-4356-AF7C-2549AB929BE1}" destId="{6C499229-F6AA-4880-8DA7-7958DA7CC18C}" srcOrd="7" destOrd="0" presId="urn:microsoft.com/office/officeart/2005/8/layout/vList5"/>
    <dgm:cxn modelId="{F6C27E3E-8C77-478C-BD02-1F0443F0D882}" type="presParOf" srcId="{6D58C791-2F4A-4356-AF7C-2549AB929BE1}" destId="{EC10A608-34B2-4FA5-8C07-13B8BE616EC0}" srcOrd="8" destOrd="0" presId="urn:microsoft.com/office/officeart/2005/8/layout/vList5"/>
    <dgm:cxn modelId="{066083C5-7733-4782-95AD-4653D32F7B32}" type="presParOf" srcId="{EC10A608-34B2-4FA5-8C07-13B8BE616EC0}" destId="{D0D20A65-5850-47E1-AE0A-73545FBFEE68}" srcOrd="0" destOrd="0" presId="urn:microsoft.com/office/officeart/2005/8/layout/vList5"/>
    <dgm:cxn modelId="{6D73BEBE-846F-42D2-8A47-2409E4546BD9}" type="presParOf" srcId="{6D58C791-2F4A-4356-AF7C-2549AB929BE1}" destId="{440FCD01-9CDE-4C99-AECE-7513F3358C9D}" srcOrd="9" destOrd="0" presId="urn:microsoft.com/office/officeart/2005/8/layout/vList5"/>
    <dgm:cxn modelId="{5A28F70C-F8EF-4551-938B-7818C5DAC425}" type="presParOf" srcId="{6D58C791-2F4A-4356-AF7C-2549AB929BE1}" destId="{0418AC4A-BC47-4ACC-B667-4F7997F6449A}" srcOrd="10" destOrd="0" presId="urn:microsoft.com/office/officeart/2005/8/layout/vList5"/>
    <dgm:cxn modelId="{AEB3B207-4D29-4FEE-860A-D18FAD33DECE}" type="presParOf" srcId="{0418AC4A-BC47-4ACC-B667-4F7997F6449A}" destId="{6AFF61FB-A25A-42D7-BD7A-9485064C7A52}" srcOrd="0" destOrd="0" presId="urn:microsoft.com/office/officeart/2005/8/layout/vList5"/>
    <dgm:cxn modelId="{C31672ED-766E-4699-9F1A-8074DF7A7459}" type="presParOf" srcId="{6D58C791-2F4A-4356-AF7C-2549AB929BE1}" destId="{43357022-F9E4-47F8-B9DC-C32972A726A4}" srcOrd="11" destOrd="0" presId="urn:microsoft.com/office/officeart/2005/8/layout/vList5"/>
    <dgm:cxn modelId="{D24F2832-F817-4DCD-897A-C951777BB029}" type="presParOf" srcId="{6D58C791-2F4A-4356-AF7C-2549AB929BE1}" destId="{1944A461-309E-4B4E-B168-2198134B3ACE}" srcOrd="12" destOrd="0" presId="urn:microsoft.com/office/officeart/2005/8/layout/vList5"/>
    <dgm:cxn modelId="{5F9F3EA4-DF17-4513-97D6-21BED4F5833E}" type="presParOf" srcId="{1944A461-309E-4B4E-B168-2198134B3ACE}" destId="{A92D9FAA-647E-41DD-84D6-281B196097E3}" srcOrd="0" destOrd="0" presId="urn:microsoft.com/office/officeart/2005/8/layout/vList5"/>
    <dgm:cxn modelId="{F579BB92-C315-4F41-834F-FFDF970D1214}" type="presParOf" srcId="{6D58C791-2F4A-4356-AF7C-2549AB929BE1}" destId="{1E96DAE2-9EDD-4504-BA4D-408BE1CE19A5}" srcOrd="13" destOrd="0" presId="urn:microsoft.com/office/officeart/2005/8/layout/vList5"/>
    <dgm:cxn modelId="{A7646EAF-B2EE-43E7-8053-81BF627FBB35}" type="presParOf" srcId="{6D58C791-2F4A-4356-AF7C-2549AB929BE1}" destId="{F8D77E23-BB02-4C43-B29A-75EBC3CB7D8E}" srcOrd="14" destOrd="0" presId="urn:microsoft.com/office/officeart/2005/8/layout/vList5"/>
    <dgm:cxn modelId="{48515C43-04DD-4A91-B001-119DF3F2E33A}" type="presParOf" srcId="{F8D77E23-BB02-4C43-B29A-75EBC3CB7D8E}" destId="{DE4322BF-460B-4767-B058-DA68454F9A71}"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A58A402-E630-46ED-87D1-A51FF2D77B8A}" type="datetimeFigureOut">
              <a:rPr lang="en-US" smtClean="0"/>
              <a:pPr/>
              <a:t>4/25/2012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D36F43C-4BC5-4140-89F5-C89E66D4E19E}" type="slidenum">
              <a:rPr lang="en-US" smtClean="0"/>
              <a:pPr/>
              <a:t>‹#›</a:t>
            </a:fld>
            <a:endParaRPr lang="en-US"/>
          </a:p>
        </p:txBody>
      </p:sp>
    </p:spTree>
    <p:extLst>
      <p:ext uri="{BB962C8B-B14F-4D97-AF65-F5344CB8AC3E}">
        <p14:creationId xmlns:p14="http://schemas.microsoft.com/office/powerpoint/2010/main" val="21135280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A5A60B-6956-964B-91B0-61DE2403173E}" type="datetimeFigureOut">
              <a:rPr lang="en-US" smtClean="0"/>
              <a:pPr/>
              <a:t>4/25/2012</a:t>
            </a:fld>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04AA71-C613-6B42-8773-688627DE3311}" type="slidenum">
              <a:rPr lang="en-US" smtClean="0"/>
              <a:pPr/>
              <a:t>‹#›</a:t>
            </a:fld>
            <a:endParaRPr lang="en-US"/>
          </a:p>
        </p:txBody>
      </p:sp>
    </p:spTree>
    <p:extLst>
      <p:ext uri="{BB962C8B-B14F-4D97-AF65-F5344CB8AC3E}">
        <p14:creationId xmlns:p14="http://schemas.microsoft.com/office/powerpoint/2010/main" val="401190609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en-US" dirty="0" smtClean="0"/>
          </a:p>
        </p:txBody>
      </p:sp>
      <p:sp>
        <p:nvSpPr>
          <p:cNvPr id="4" name="Slide Number Placeholder 3"/>
          <p:cNvSpPr>
            <a:spLocks noGrp="1"/>
          </p:cNvSpPr>
          <p:nvPr>
            <p:ph type="sldNum" sz="quarter" idx="10"/>
          </p:nvPr>
        </p:nvSpPr>
        <p:spPr/>
        <p:txBody>
          <a:bodyPr/>
          <a:lstStyle/>
          <a:p>
            <a:fld id="{4704AA71-C613-6B42-8773-688627DE3311}"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p:spPr>
        <p:txBody>
          <a:bodyPr/>
          <a:lstStyle/>
          <a:p>
            <a:fld id="{8CA8DB6B-321E-46FE-BB8B-2F318AE8BAF1}" type="slidenum">
              <a:rPr lang="en-US" smtClean="0">
                <a:cs typeface="Arial" charset="0"/>
              </a:rPr>
              <a:pPr/>
              <a:t>3</a:t>
            </a:fld>
            <a:endParaRPr lang="en-US" smtClean="0">
              <a:cs typeface="Arial" charset="0"/>
            </a:endParaRPr>
          </a:p>
        </p:txBody>
      </p:sp>
      <p:sp>
        <p:nvSpPr>
          <p:cNvPr id="38914" name="Rectangle 2"/>
          <p:cNvSpPr>
            <a:spLocks noGrp="1" noRot="1" noChangeAspect="1" noChangeArrowheads="1" noTextEdit="1"/>
          </p:cNvSpPr>
          <p:nvPr>
            <p:ph type="sldImg"/>
          </p:nvPr>
        </p:nvSpPr>
        <p:spPr>
          <a:xfrm>
            <a:off x="1143000" y="685800"/>
            <a:ext cx="4572000" cy="3429000"/>
          </a:xfrm>
          <a:prstGeom prst="rect">
            <a:avLst/>
          </a:prstGeom>
          <a:ln/>
        </p:spPr>
      </p:sp>
      <p:sp>
        <p:nvSpPr>
          <p:cNvPr id="38915" name="Rectangle 3"/>
          <p:cNvSpPr>
            <a:spLocks noGrp="1" noChangeArrowheads="1"/>
          </p:cNvSpPr>
          <p:nvPr>
            <p:ph type="body" idx="1"/>
          </p:nvPr>
        </p:nvSpPr>
        <p:spPr>
          <a:noFill/>
          <a:ln/>
        </p:spPr>
        <p:txBody>
          <a:bodyPr/>
          <a:lstStyle/>
          <a:p>
            <a:pPr eaLnBrk="1" hangingPunct="1"/>
            <a:endParaRPr lang="en-US" sz="1000" dirty="0" smtClean="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04AA71-C613-6B42-8773-688627DE3311}" type="slidenum">
              <a:rPr lang="en-US" smtClean="0"/>
              <a:pPr/>
              <a:t>4</a:t>
            </a:fld>
            <a:endParaRPr lang="en-US"/>
          </a:p>
        </p:txBody>
      </p:sp>
    </p:spTree>
    <p:extLst>
      <p:ext uri="{BB962C8B-B14F-4D97-AF65-F5344CB8AC3E}">
        <p14:creationId xmlns:p14="http://schemas.microsoft.com/office/powerpoint/2010/main" val="3139400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p:spPr>
        <p:txBody>
          <a:bodyPr/>
          <a:lstStyle/>
          <a:p>
            <a:fld id="{8CA8DB6B-321E-46FE-BB8B-2F318AE8BAF1}" type="slidenum">
              <a:rPr lang="en-US" smtClean="0">
                <a:cs typeface="Arial" charset="0"/>
              </a:rPr>
              <a:pPr/>
              <a:t>6</a:t>
            </a:fld>
            <a:endParaRPr lang="en-US" smtClean="0">
              <a:cs typeface="Arial" charset="0"/>
            </a:endParaRPr>
          </a:p>
        </p:txBody>
      </p:sp>
      <p:sp>
        <p:nvSpPr>
          <p:cNvPr id="38914" name="Rectangle 2"/>
          <p:cNvSpPr>
            <a:spLocks noGrp="1" noRot="1" noChangeAspect="1" noChangeArrowheads="1" noTextEdit="1"/>
          </p:cNvSpPr>
          <p:nvPr>
            <p:ph type="sldImg"/>
          </p:nvPr>
        </p:nvSpPr>
        <p:spPr>
          <a:xfrm>
            <a:off x="1143000" y="685800"/>
            <a:ext cx="4572000" cy="3429000"/>
          </a:xfrm>
          <a:prstGeom prst="rect">
            <a:avLst/>
          </a:prstGeom>
          <a:ln/>
        </p:spPr>
      </p:sp>
      <p:sp>
        <p:nvSpPr>
          <p:cNvPr id="38915" name="Rectangle 3"/>
          <p:cNvSpPr>
            <a:spLocks noGrp="1" noChangeArrowheads="1"/>
          </p:cNvSpPr>
          <p:nvPr>
            <p:ph type="body" idx="1"/>
          </p:nvPr>
        </p:nvSpPr>
        <p:spPr>
          <a:noFill/>
          <a:ln/>
        </p:spPr>
        <p:txBody>
          <a:bodyPr/>
          <a:lstStyle/>
          <a:p>
            <a:pPr algn="just" eaLnBrk="1" hangingPunct="1"/>
            <a:r>
              <a:rPr lang="en-US" dirty="0" smtClean="0"/>
              <a:t>The primary goal of  Operating System is to provide the execution environment for the system programs and application</a:t>
            </a:r>
            <a:r>
              <a:rPr lang="en-US" baseline="0" dirty="0" smtClean="0"/>
              <a:t> programs.</a:t>
            </a:r>
            <a:endParaRPr lang="en-US" dirty="0" smtClean="0"/>
          </a:p>
          <a:p>
            <a:pPr algn="just" eaLnBrk="1" hangingPunct="1"/>
            <a:r>
              <a:rPr lang="en-US" dirty="0" smtClean="0"/>
              <a:t>Secondary Goal of</a:t>
            </a:r>
            <a:r>
              <a:rPr lang="en-US" baseline="0" dirty="0" smtClean="0"/>
              <a:t> </a:t>
            </a:r>
            <a:r>
              <a:rPr lang="en-US" dirty="0" smtClean="0"/>
              <a:t>Operating System is to manage and efficiently allocate the system resources to various applications which must be executed.</a:t>
            </a:r>
          </a:p>
          <a:p>
            <a:pPr algn="just" eaLnBrk="1" hangingPunct="1"/>
            <a:r>
              <a:rPr lang="en-US" u="sng" dirty="0" smtClean="0"/>
              <a:t>Examples:</a:t>
            </a:r>
          </a:p>
          <a:p>
            <a:pPr algn="just" eaLnBrk="1" hangingPunct="1">
              <a:buFontTx/>
              <a:buNone/>
            </a:pPr>
            <a:r>
              <a:rPr lang="en-US" dirty="0" smtClean="0"/>
              <a:t>WINDOWS XP</a:t>
            </a:r>
          </a:p>
          <a:p>
            <a:pPr algn="just" eaLnBrk="1" hangingPunct="1">
              <a:buFontTx/>
              <a:buNone/>
            </a:pPr>
            <a:r>
              <a:rPr lang="en-US" kern="1200" dirty="0" smtClean="0"/>
              <a:t>WINDOWS </a:t>
            </a:r>
            <a:r>
              <a:rPr lang="en-US" dirty="0" smtClean="0"/>
              <a:t>NT</a:t>
            </a:r>
          </a:p>
          <a:p>
            <a:pPr algn="just" eaLnBrk="1" hangingPunct="1">
              <a:buFontTx/>
              <a:buNone/>
            </a:pPr>
            <a:r>
              <a:rPr lang="en-US" dirty="0" smtClean="0"/>
              <a:t>WINDOWS VISTA</a:t>
            </a:r>
          </a:p>
          <a:p>
            <a:pPr marL="0" marR="0" indent="0" algn="just" defTabSz="457200" rtl="0" eaLnBrk="1" fontAlgn="auto" latinLnBrk="0" hangingPunct="1">
              <a:lnSpc>
                <a:spcPct val="100000"/>
              </a:lnSpc>
              <a:spcBef>
                <a:spcPts val="0"/>
              </a:spcBef>
              <a:spcAft>
                <a:spcPts val="0"/>
              </a:spcAft>
              <a:buClrTx/>
              <a:buSzTx/>
              <a:buFontTx/>
              <a:buNone/>
              <a:tabLst/>
              <a:defRPr/>
            </a:pPr>
            <a:r>
              <a:rPr lang="en-US" dirty="0" smtClean="0"/>
              <a:t>UNIX</a:t>
            </a:r>
          </a:p>
          <a:p>
            <a:pPr algn="just" eaLnBrk="1" hangingPunct="1">
              <a:buFontTx/>
              <a:buNone/>
            </a:pPr>
            <a:r>
              <a:rPr lang="en-US" dirty="0" smtClean="0"/>
              <a:t>LINUX</a:t>
            </a:r>
            <a:endParaRPr lang="en-US" u="sng"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000" dirty="0" smtClean="0">
              <a:latin typeface="Arial" charset="0"/>
            </a:endParaRPr>
          </a:p>
          <a:p>
            <a:pPr eaLnBrk="1" hangingPunct="1">
              <a:buFontTx/>
              <a:buNone/>
            </a:pPr>
            <a:endParaRPr lang="en-US" sz="1000" dirty="0" smtClean="0">
              <a:latin typeface="Arial" charset="0"/>
            </a:endParaRPr>
          </a:p>
          <a:p>
            <a:pPr eaLnBrk="1" hangingPunct="1"/>
            <a:endParaRPr lang="en-US" sz="1000" dirty="0" smtClean="0">
              <a:latin typeface="Arial" charset="0"/>
            </a:endParaRPr>
          </a:p>
          <a:p>
            <a:pPr eaLnBrk="1" hangingPunct="1"/>
            <a:endParaRPr lang="en-US" sz="1000" dirty="0" smtClean="0">
              <a:latin typeface="Arial" charset="0"/>
            </a:endParaRPr>
          </a:p>
          <a:p>
            <a:pPr eaLnBrk="1" hangingPunct="1"/>
            <a:endParaRPr lang="en-US" sz="1000" dirty="0" smtClean="0">
              <a:latin typeface="Arial" charset="0"/>
            </a:endParaRPr>
          </a:p>
          <a:p>
            <a:pPr eaLnBrk="1" hangingPunct="1"/>
            <a:endParaRPr lang="en-US" sz="1000" dirty="0" smtClean="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04AA71-C613-6B42-8773-688627DE3311}" type="slidenum">
              <a:rPr lang="en-US" smtClean="0"/>
              <a:pPr/>
              <a:t>7</a:t>
            </a:fld>
            <a:endParaRPr lang="en-US"/>
          </a:p>
        </p:txBody>
      </p:sp>
    </p:spTree>
    <p:extLst>
      <p:ext uri="{BB962C8B-B14F-4D97-AF65-F5344CB8AC3E}">
        <p14:creationId xmlns:p14="http://schemas.microsoft.com/office/powerpoint/2010/main" val="847377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p:spPr>
        <p:txBody>
          <a:bodyPr/>
          <a:lstStyle/>
          <a:p>
            <a:fld id="{8CA8DB6B-321E-46FE-BB8B-2F318AE8BAF1}" type="slidenum">
              <a:rPr lang="en-US" smtClean="0">
                <a:cs typeface="Arial" charset="0"/>
              </a:rPr>
              <a:pPr/>
              <a:t>8</a:t>
            </a:fld>
            <a:endParaRPr lang="en-US" smtClean="0">
              <a:cs typeface="Arial" charset="0"/>
            </a:endParaRPr>
          </a:p>
        </p:txBody>
      </p:sp>
      <p:sp>
        <p:nvSpPr>
          <p:cNvPr id="38914" name="Rectangle 2"/>
          <p:cNvSpPr>
            <a:spLocks noGrp="1" noRot="1" noChangeAspect="1" noChangeArrowheads="1" noTextEdit="1"/>
          </p:cNvSpPr>
          <p:nvPr>
            <p:ph type="sldImg"/>
          </p:nvPr>
        </p:nvSpPr>
        <p:spPr>
          <a:xfrm>
            <a:off x="1143000" y="685800"/>
            <a:ext cx="4572000" cy="3429000"/>
          </a:xfrm>
          <a:prstGeom prst="rect">
            <a:avLst/>
          </a:prstGeom>
          <a:ln/>
        </p:spPr>
      </p:sp>
      <p:sp>
        <p:nvSpPr>
          <p:cNvPr id="38915" name="Rectangle 3"/>
          <p:cNvSpPr>
            <a:spLocks noGrp="1" noChangeArrowheads="1"/>
          </p:cNvSpPr>
          <p:nvPr>
            <p:ph type="body" idx="1"/>
          </p:nvPr>
        </p:nvSpPr>
        <p:spPr>
          <a:noFill/>
          <a:ln/>
        </p:spPr>
        <p:txBody>
          <a:bodyPr/>
          <a:lstStyle/>
          <a:p>
            <a:pPr eaLnBrk="1" hangingPunct="1"/>
            <a:endParaRPr lang="en-US" sz="1000" dirty="0" smtClean="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pPr algn="just">
              <a:lnSpc>
                <a:spcPct val="80000"/>
              </a:lnSpc>
            </a:pPr>
            <a:r>
              <a:rPr lang="pt-BR" dirty="0" smtClean="0"/>
              <a:t>As a User/Computer Interface</a:t>
            </a:r>
            <a:endParaRPr lang="en-US" dirty="0" smtClean="0"/>
          </a:p>
          <a:p>
            <a:pPr lvl="1" algn="just">
              <a:lnSpc>
                <a:spcPct val="80000"/>
              </a:lnSpc>
            </a:pPr>
            <a:r>
              <a:rPr lang="en-US" dirty="0" smtClean="0"/>
              <a:t>Program creation &amp; execution</a:t>
            </a:r>
          </a:p>
          <a:p>
            <a:pPr lvl="1" algn="just">
              <a:lnSpc>
                <a:spcPct val="80000"/>
              </a:lnSpc>
            </a:pPr>
            <a:r>
              <a:rPr lang="en-US" dirty="0" smtClean="0">
                <a:cs typeface="Arial"/>
              </a:rPr>
              <a:t>Access to I/O devices</a:t>
            </a:r>
          </a:p>
          <a:p>
            <a:pPr lvl="1" algn="just">
              <a:lnSpc>
                <a:spcPct val="90000"/>
              </a:lnSpc>
            </a:pPr>
            <a:r>
              <a:rPr lang="en-US" dirty="0" smtClean="0">
                <a:cs typeface="Arial"/>
              </a:rPr>
              <a:t>Controlled access to files</a:t>
            </a:r>
          </a:p>
          <a:p>
            <a:pPr lvl="1" algn="just">
              <a:lnSpc>
                <a:spcPct val="90000"/>
              </a:lnSpc>
            </a:pPr>
            <a:r>
              <a:rPr lang="en-US" dirty="0" smtClean="0">
                <a:cs typeface="Arial"/>
              </a:rPr>
              <a:t>System access, Error detection and responses</a:t>
            </a:r>
          </a:p>
          <a:p>
            <a:pPr lvl="2" algn="just">
              <a:lnSpc>
                <a:spcPct val="80000"/>
              </a:lnSpc>
              <a:buFont typeface="Arial"/>
            </a:pPr>
            <a:endParaRPr lang="en-US" dirty="0" smtClean="0">
              <a:cs typeface="Arial"/>
            </a:endParaRPr>
          </a:p>
          <a:p>
            <a:pPr algn="just">
              <a:lnSpc>
                <a:spcPct val="80000"/>
              </a:lnSpc>
            </a:pPr>
            <a:r>
              <a:rPr lang="en-US" dirty="0" smtClean="0"/>
              <a:t>As a Resource allocator (manages and allocates resources)</a:t>
            </a:r>
          </a:p>
          <a:p>
            <a:pPr lvl="1" algn="just">
              <a:lnSpc>
                <a:spcPct val="80000"/>
              </a:lnSpc>
            </a:pPr>
            <a:r>
              <a:rPr lang="en-US" dirty="0" smtClean="0"/>
              <a:t>Processing Elements, CPUs</a:t>
            </a:r>
          </a:p>
          <a:p>
            <a:pPr lvl="1" algn="just">
              <a:lnSpc>
                <a:spcPct val="80000"/>
              </a:lnSpc>
            </a:pPr>
            <a:r>
              <a:rPr lang="en-US" dirty="0" smtClean="0"/>
              <a:t>Memory, Devices and Data resources</a:t>
            </a:r>
          </a:p>
          <a:p>
            <a:pPr lvl="1" algn="just">
              <a:lnSpc>
                <a:spcPct val="80000"/>
              </a:lnSpc>
              <a:buFont typeface="Arial"/>
            </a:pPr>
            <a:endParaRPr lang="en-US" dirty="0" smtClean="0">
              <a:cs typeface="Arial"/>
            </a:endParaRPr>
          </a:p>
          <a:p>
            <a:pPr algn="just">
              <a:lnSpc>
                <a:spcPct val="80000"/>
              </a:lnSpc>
            </a:pPr>
            <a:r>
              <a:rPr lang="en-US" dirty="0" smtClean="0"/>
              <a:t>Control program </a:t>
            </a:r>
          </a:p>
          <a:p>
            <a:pPr lvl="1" algn="just">
              <a:lnSpc>
                <a:spcPct val="80000"/>
              </a:lnSpc>
            </a:pPr>
            <a:r>
              <a:rPr lang="en-US" dirty="0" smtClean="0"/>
              <a:t>controls the execution of user programs and operations of I/O devices</a:t>
            </a:r>
          </a:p>
          <a:p>
            <a:pPr algn="just">
              <a:lnSpc>
                <a:spcPct val="80000"/>
              </a:lnSpc>
            </a:pPr>
            <a:endParaRPr lang="en-US" dirty="0" smtClean="0"/>
          </a:p>
          <a:p>
            <a:pPr algn="just">
              <a:lnSpc>
                <a:spcPct val="80000"/>
              </a:lnSpc>
            </a:pPr>
            <a:r>
              <a:rPr lang="en-US" dirty="0" smtClean="0"/>
              <a:t>Kernel</a:t>
            </a:r>
          </a:p>
          <a:p>
            <a:pPr lvl="1" algn="just">
              <a:lnSpc>
                <a:spcPct val="80000"/>
              </a:lnSpc>
            </a:pPr>
            <a:r>
              <a:rPr lang="en-US" dirty="0" smtClean="0"/>
              <a:t>the one program running at all times (all else being application programs, which includes system utilities).</a:t>
            </a:r>
          </a:p>
          <a:p>
            <a:pPr algn="just"/>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a:xfrm>
            <a:off x="1143000" y="685800"/>
            <a:ext cx="4572000" cy="3429000"/>
          </a:xfrm>
          <a:prstGeom prst="rect">
            <a:avLst/>
          </a:prstGeom>
          <a:ln/>
        </p:spPr>
      </p:sp>
      <p:sp>
        <p:nvSpPr>
          <p:cNvPr id="43010" name="Notes Placeholder 2"/>
          <p:cNvSpPr>
            <a:spLocks noGrp="1"/>
          </p:cNvSpPr>
          <p:nvPr>
            <p:ph type="body" idx="1"/>
          </p:nvPr>
        </p:nvSpPr>
        <p:spPr>
          <a:noFill/>
          <a:ln/>
        </p:spPr>
        <p: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en-US" dirty="0" smtClean="0"/>
              <a:t>Operating</a:t>
            </a:r>
            <a:r>
              <a:rPr lang="en-US" baseline="0" dirty="0" smtClean="0"/>
              <a:t> System provides environment to execute different types of applications e.g.  application programs , system programs or database applications etc.</a:t>
            </a:r>
            <a:endParaRPr lang="en-US" dirty="0" smtClean="0"/>
          </a:p>
          <a:p>
            <a:endParaRPr lang="en-US" dirty="0" smtClean="0"/>
          </a:p>
        </p:txBody>
      </p:sp>
      <p:sp>
        <p:nvSpPr>
          <p:cNvPr id="4" name="Slide Number Placeholder 3"/>
          <p:cNvSpPr>
            <a:spLocks noGrp="1"/>
          </p:cNvSpPr>
          <p:nvPr>
            <p:ph type="sldNum" sz="quarter" idx="5"/>
          </p:nvPr>
        </p:nvSpPr>
        <p:spPr/>
        <p:txBody>
          <a:bodyPr/>
          <a:lstStyle/>
          <a:p>
            <a:pPr>
              <a:defRPr/>
            </a:pPr>
            <a:fld id="{58B1056F-3EE2-4268-8F1B-CB52189306DA}"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pPr algn="just"/>
            <a:r>
              <a:rPr lang="en-US" dirty="0" smtClean="0"/>
              <a:t>In </a:t>
            </a:r>
            <a:r>
              <a:rPr lang="en-US" dirty="0" err="1" smtClean="0"/>
              <a:t>Uni</a:t>
            </a:r>
            <a:r>
              <a:rPr lang="en-US" dirty="0" smtClean="0"/>
              <a:t>-programming</a:t>
            </a:r>
            <a:r>
              <a:rPr lang="en-US" baseline="0" dirty="0" smtClean="0"/>
              <a:t> also known as sequential program execution</a:t>
            </a:r>
            <a:r>
              <a:rPr lang="en-US" dirty="0" smtClean="0"/>
              <a:t>, only one program(job) can reside in main memory at any point of time.</a:t>
            </a:r>
          </a:p>
          <a:p>
            <a:pPr algn="just"/>
            <a:endParaRPr lang="en-US" dirty="0" smtClean="0"/>
          </a:p>
          <a:p>
            <a:pPr algn="just"/>
            <a:r>
              <a:rPr lang="en-US" dirty="0" smtClean="0"/>
              <a:t>CPU executes this program. When program is performing some I/O operation, CPU sits idle for that time. Thus, precious CPU time is wasted in waiting.</a:t>
            </a:r>
          </a:p>
          <a:p>
            <a:pPr algn="just"/>
            <a:endParaRPr lang="en-US" dirty="0" smtClean="0"/>
          </a:p>
          <a:p>
            <a:pPr marL="0" marR="0" indent="0" algn="just" defTabSz="457200" rtl="0" eaLnBrk="1" fontAlgn="auto" latinLnBrk="0" hangingPunct="1">
              <a:lnSpc>
                <a:spcPct val="100000"/>
              </a:lnSpc>
              <a:spcBef>
                <a:spcPts val="0"/>
              </a:spcBef>
              <a:spcAft>
                <a:spcPts val="0"/>
              </a:spcAft>
              <a:buClrTx/>
              <a:buSzTx/>
              <a:buFontTx/>
              <a:buNone/>
              <a:tabLst/>
              <a:defRPr/>
            </a:pPr>
            <a:r>
              <a:rPr lang="en-US" baseline="0" dirty="0" smtClean="0"/>
              <a:t>In multiprogramming, when one job is performing some I/O operation, CPU can start executing other job that is ready in the memory.</a:t>
            </a:r>
          </a:p>
          <a:p>
            <a:pPr marL="0" marR="0" indent="0" algn="just"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just" defTabSz="457200" rtl="0" eaLnBrk="1" fontAlgn="auto" latinLnBrk="0" hangingPunct="1">
              <a:lnSpc>
                <a:spcPct val="100000"/>
              </a:lnSpc>
              <a:spcBef>
                <a:spcPts val="0"/>
              </a:spcBef>
              <a:spcAft>
                <a:spcPts val="0"/>
              </a:spcAft>
              <a:buClrTx/>
              <a:buSzTx/>
              <a:buFontTx/>
              <a:buNone/>
              <a:tabLst/>
              <a:defRPr/>
            </a:pPr>
            <a:r>
              <a:rPr lang="en-US" dirty="0" smtClean="0"/>
              <a:t>In multiprocessing, there are multiple processors.</a:t>
            </a:r>
            <a:r>
              <a:rPr lang="en-US" baseline="0" dirty="0" smtClean="0"/>
              <a:t> Every processor is capable to execute a different job or thread.</a:t>
            </a:r>
            <a:endParaRPr lang="en-US" dirty="0" smtClean="0"/>
          </a:p>
          <a:p>
            <a:pPr algn="just"/>
            <a:endParaRPr lang="en-US" dirty="0" smtClean="0"/>
          </a:p>
          <a:p>
            <a:pPr algn="just"/>
            <a:r>
              <a:rPr lang="en-US" i="1" dirty="0" smtClean="0"/>
              <a:t>Note on terminology:</a:t>
            </a:r>
          </a:p>
          <a:p>
            <a:pPr algn="just"/>
            <a:r>
              <a:rPr lang="en-US" dirty="0" smtClean="0"/>
              <a:t>Multitasking/multiprogramming refer to the number of programs running</a:t>
            </a:r>
          </a:p>
          <a:p>
            <a:pPr algn="just"/>
            <a:r>
              <a:rPr lang="en-US" dirty="0" smtClean="0"/>
              <a:t>Multiprocessing refers to the number of CPUs in the system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Rot="1" noChangeAspect="1" noChangeArrowheads="1" noTextEdit="1"/>
          </p:cNvSpPr>
          <p:nvPr>
            <p:ph type="sldImg"/>
          </p:nvPr>
        </p:nvSpPr>
        <p:spPr>
          <a:xfrm>
            <a:off x="1143000" y="685800"/>
            <a:ext cx="4572000" cy="3429000"/>
          </a:xfrm>
          <a:prstGeom prst="rect">
            <a:avLst/>
          </a:prstGeom>
          <a:ln/>
        </p:spPr>
      </p:sp>
      <p:sp>
        <p:nvSpPr>
          <p:cNvPr id="11366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p:spPr>
        <p:txBody>
          <a:bodyPr/>
          <a:lstStyle/>
          <a:p>
            <a:fld id="{E77442DA-D5B4-4A56-965F-31AA2FF94DBF}" type="slidenum">
              <a:rPr lang="en-US" smtClean="0">
                <a:cs typeface="Arial" charset="0"/>
              </a:rPr>
              <a:pPr/>
              <a:t>13</a:t>
            </a:fld>
            <a:endParaRPr lang="en-US" smtClean="0">
              <a:cs typeface="Arial" charset="0"/>
            </a:endParaRPr>
          </a:p>
        </p:txBody>
      </p:sp>
      <p:sp>
        <p:nvSpPr>
          <p:cNvPr id="57346" name="Rectangle 2"/>
          <p:cNvSpPr>
            <a:spLocks noGrp="1" noRot="1" noChangeAspect="1" noChangeArrowheads="1" noTextEdit="1"/>
          </p:cNvSpPr>
          <p:nvPr>
            <p:ph type="sldImg"/>
          </p:nvPr>
        </p:nvSpPr>
        <p:spPr>
          <a:xfrm>
            <a:off x="1143000" y="685800"/>
            <a:ext cx="4572000" cy="3429000"/>
          </a:xfrm>
          <a:prstGeom prst="rect">
            <a:avLst/>
          </a:prstGeom>
          <a:ln/>
        </p:spPr>
      </p:sp>
      <p:sp>
        <p:nvSpPr>
          <p:cNvPr id="57347" name="Rectangle 3"/>
          <p:cNvSpPr>
            <a:spLocks noGrp="1" noChangeArrowheads="1"/>
          </p:cNvSpPr>
          <p:nvPr>
            <p:ph type="body" idx="1"/>
          </p:nvPr>
        </p:nvSpPr>
        <p:spPr>
          <a:noFill/>
          <a:ln/>
        </p:spPr>
        <p:txBody>
          <a:bodyPr/>
          <a:lstStyle/>
          <a:p>
            <a:pPr eaLnBrk="1" hangingPunct="1"/>
            <a:endParaRPr lang="en-US" sz="900" dirty="0" smtClean="0">
              <a:latin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p:spPr>
        <p:txBody>
          <a:bodyPr/>
          <a:lstStyle/>
          <a:p>
            <a:fld id="{4502E300-B606-480E-96B5-7454685036C3}" type="slidenum">
              <a:rPr lang="en-US" smtClean="0">
                <a:cs typeface="Arial" charset="0"/>
              </a:rPr>
              <a:pPr/>
              <a:t>14</a:t>
            </a:fld>
            <a:endParaRPr lang="en-US" smtClean="0">
              <a:cs typeface="Arial" charset="0"/>
            </a:endParaRPr>
          </a:p>
        </p:txBody>
      </p:sp>
      <p:sp>
        <p:nvSpPr>
          <p:cNvPr id="59394" name="Rectangle 2"/>
          <p:cNvSpPr>
            <a:spLocks noGrp="1" noRot="1" noChangeAspect="1" noChangeArrowheads="1" noTextEdit="1"/>
          </p:cNvSpPr>
          <p:nvPr>
            <p:ph type="sldImg"/>
          </p:nvPr>
        </p:nvSpPr>
        <p:spPr>
          <a:xfrm>
            <a:off x="1143000" y="685800"/>
            <a:ext cx="4572000" cy="3429000"/>
          </a:xfrm>
          <a:prstGeom prst="rect">
            <a:avLst/>
          </a:prstGeom>
          <a:ln/>
        </p:spPr>
      </p:sp>
      <p:sp>
        <p:nvSpPr>
          <p:cNvPr id="59395" name="Rectangle 3"/>
          <p:cNvSpPr>
            <a:spLocks noGrp="1" noChangeArrowheads="1"/>
          </p:cNvSpPr>
          <p:nvPr>
            <p:ph type="body" idx="1"/>
          </p:nvPr>
        </p:nvSpPr>
        <p:spPr>
          <a:noFill/>
          <a:ln/>
        </p:spPr>
        <p: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en-US" dirty="0" smtClean="0"/>
              <a:t>Several processes must be kept in memory at the same time to improve the CPU utilization and the speed of the response of the computer to its users. Memory management manages memory for various user</a:t>
            </a:r>
            <a:r>
              <a:rPr lang="en-US" baseline="0" dirty="0" smtClean="0"/>
              <a:t> jobs</a:t>
            </a:r>
            <a:r>
              <a:rPr lang="en-US" dirty="0" smtClean="0"/>
              <a:t>. </a:t>
            </a:r>
          </a:p>
          <a:p>
            <a:pPr eaLnBrk="1" hangingPunct="1"/>
            <a:endParaRPr lang="en-US" sz="1000" dirty="0" smtClean="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p:spPr>
        <p:txBody>
          <a:bodyPr/>
          <a:lstStyle/>
          <a:p>
            <a:fld id="{15FC61A6-7BD3-4736-B17C-1F84E0ECD38D}" type="slidenum">
              <a:rPr lang="en-US" smtClean="0">
                <a:cs typeface="Arial" charset="0"/>
              </a:rPr>
              <a:pPr/>
              <a:t>17</a:t>
            </a:fld>
            <a:endParaRPr lang="en-US" smtClean="0">
              <a:cs typeface="Arial" charset="0"/>
            </a:endParaRPr>
          </a:p>
        </p:txBody>
      </p:sp>
      <p:sp>
        <p:nvSpPr>
          <p:cNvPr id="61442" name="Rectangle 2"/>
          <p:cNvSpPr>
            <a:spLocks noGrp="1" noRot="1" noChangeAspect="1" noChangeArrowheads="1" noTextEdit="1"/>
          </p:cNvSpPr>
          <p:nvPr>
            <p:ph type="sldImg"/>
          </p:nvPr>
        </p:nvSpPr>
        <p:spPr>
          <a:xfrm>
            <a:off x="1143000" y="685800"/>
            <a:ext cx="4572000" cy="3429000"/>
          </a:xfrm>
          <a:prstGeom prst="rect">
            <a:avLst/>
          </a:prstGeom>
          <a:ln/>
        </p:spPr>
      </p:sp>
      <p:sp>
        <p:nvSpPr>
          <p:cNvPr id="61443" name="Rectangle 3"/>
          <p:cNvSpPr>
            <a:spLocks noGrp="1" noChangeArrowheads="1"/>
          </p:cNvSpPr>
          <p:nvPr>
            <p:ph type="body" idx="1"/>
          </p:nvPr>
        </p:nvSpPr>
        <p:spPr>
          <a:noFill/>
          <a:ln/>
        </p:spPr>
        <p:txBody>
          <a:bodyPr/>
          <a:lstStyle/>
          <a:p>
            <a:pPr eaLnBrk="1" hangingPunct="1"/>
            <a:endParaRPr lang="en-US" sz="1000" dirty="0" smtClean="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p:spPr>
        <p:txBody>
          <a:bodyPr/>
          <a:lstStyle/>
          <a:p>
            <a:fld id="{C819CAEC-A75C-4850-8DE0-3AB3629D14F8}" type="slidenum">
              <a:rPr lang="en-US" smtClean="0">
                <a:cs typeface="Arial" charset="0"/>
              </a:rPr>
              <a:pPr/>
              <a:t>18</a:t>
            </a:fld>
            <a:endParaRPr lang="en-US" smtClean="0">
              <a:cs typeface="Arial" charset="0"/>
            </a:endParaRPr>
          </a:p>
        </p:txBody>
      </p:sp>
      <p:sp>
        <p:nvSpPr>
          <p:cNvPr id="63490" name="Rectangle 2"/>
          <p:cNvSpPr>
            <a:spLocks noGrp="1" noRot="1" noChangeAspect="1" noChangeArrowheads="1" noTextEdit="1"/>
          </p:cNvSpPr>
          <p:nvPr>
            <p:ph type="sldImg"/>
          </p:nvPr>
        </p:nvSpPr>
        <p:spPr>
          <a:xfrm>
            <a:off x="1143000" y="685800"/>
            <a:ext cx="4572000" cy="3429000"/>
          </a:xfrm>
          <a:prstGeom prst="rect">
            <a:avLst/>
          </a:prstGeom>
          <a:ln/>
        </p:spPr>
      </p:sp>
      <p:sp>
        <p:nvSpPr>
          <p:cNvPr id="63491" name="Rectangle 3"/>
          <p:cNvSpPr>
            <a:spLocks noGrp="1" noChangeArrowheads="1"/>
          </p:cNvSpPr>
          <p:nvPr>
            <p:ph type="body" idx="1"/>
          </p:nvPr>
        </p:nvSpPr>
        <p:spPr>
          <a:noFill/>
          <a:ln/>
        </p:spPr>
        <p:txBody>
          <a:bodyPr/>
          <a:lstStyle/>
          <a:p>
            <a:pPr algn="just" eaLnBrk="1" hangingPunct="1"/>
            <a:r>
              <a:rPr lang="en-US" u="sng" dirty="0" smtClean="0"/>
              <a:t>Advantage:</a:t>
            </a:r>
          </a:p>
          <a:p>
            <a:pPr algn="just" eaLnBrk="1" hangingPunct="1"/>
            <a:endParaRPr lang="en-US" u="sng" dirty="0" smtClean="0"/>
          </a:p>
          <a:p>
            <a:pPr algn="just" eaLnBrk="1" hangingPunct="1"/>
            <a:r>
              <a:rPr lang="en-US" dirty="0" smtClean="0"/>
              <a:t>As each page is separately allocated, the user job need not be contiguous.</a:t>
            </a:r>
          </a:p>
          <a:p>
            <a:pPr algn="just" eaLnBrk="1" hangingPunct="1"/>
            <a:endParaRPr lang="en-US" dirty="0" smtClean="0"/>
          </a:p>
          <a:p>
            <a:pPr algn="just" eaLnBrk="1" hangingPunct="1"/>
            <a:r>
              <a:rPr lang="en-US" u="sng" dirty="0" smtClean="0"/>
              <a:t>Disadvantages:</a:t>
            </a:r>
          </a:p>
          <a:p>
            <a:pPr algn="just" eaLnBrk="1" hangingPunct="1"/>
            <a:endParaRPr lang="en-US" u="sng" dirty="0" smtClean="0"/>
          </a:p>
          <a:p>
            <a:pPr lvl="1" algn="just" eaLnBrk="1" hangingPunct="1">
              <a:buFontTx/>
              <a:buChar char="•"/>
            </a:pPr>
            <a:r>
              <a:rPr lang="en-US" dirty="0" smtClean="0"/>
              <a:t>Extra memory required for storing page tables</a:t>
            </a:r>
          </a:p>
          <a:p>
            <a:pPr lvl="1" algn="just" eaLnBrk="1" hangingPunct="1">
              <a:buFontTx/>
              <a:buChar char="•"/>
            </a:pPr>
            <a:r>
              <a:rPr lang="en-US" dirty="0" smtClean="0"/>
              <a:t>Considerable amount of hardware support is required for address transformations etc.</a:t>
            </a:r>
          </a:p>
          <a:p>
            <a:pPr lvl="1" algn="just" eaLnBrk="1" hangingPunct="1">
              <a:buFontTx/>
              <a:buChar char="•"/>
            </a:pPr>
            <a:r>
              <a:rPr lang="en-US" dirty="0" smtClean="0"/>
              <a:t>All the pages of a job must be present in memory</a:t>
            </a:r>
          </a:p>
          <a:p>
            <a:pPr eaLnBrk="1" hangingPunct="1"/>
            <a:endParaRPr lang="en-US" sz="1000" dirty="0" smtClean="0">
              <a:latin typeface="Arial" charset="0"/>
            </a:endParaRPr>
          </a:p>
          <a:p>
            <a:pPr eaLnBrk="1" hangingPunct="1"/>
            <a:endParaRPr lang="en-US" dirty="0" smtClean="0"/>
          </a:p>
          <a:p>
            <a:pPr eaLnBrk="1" hangingPunct="1"/>
            <a:endParaRPr lang="en-US" b="1"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p:spPr>
        <p:txBody>
          <a:bodyPr/>
          <a:lstStyle/>
          <a:p>
            <a:fld id="{3AB55EFF-FBDA-4648-AD57-2E60E2A07B1C}" type="slidenum">
              <a:rPr lang="en-US" smtClean="0">
                <a:cs typeface="Arial" charset="0"/>
              </a:rPr>
              <a:pPr/>
              <a:t>19</a:t>
            </a:fld>
            <a:endParaRPr lang="en-US" smtClean="0">
              <a:cs typeface="Arial" charset="0"/>
            </a:endParaRPr>
          </a:p>
        </p:txBody>
      </p:sp>
      <p:sp>
        <p:nvSpPr>
          <p:cNvPr id="71682" name="Rectangle 2"/>
          <p:cNvSpPr>
            <a:spLocks noGrp="1" noRot="1" noChangeAspect="1" noChangeArrowheads="1" noTextEdit="1"/>
          </p:cNvSpPr>
          <p:nvPr>
            <p:ph type="sldImg"/>
          </p:nvPr>
        </p:nvSpPr>
        <p:spPr>
          <a:xfrm>
            <a:off x="1143000" y="685800"/>
            <a:ext cx="4572000" cy="3429000"/>
          </a:xfrm>
          <a:prstGeom prst="rect">
            <a:avLst/>
          </a:prstGeom>
          <a:ln/>
        </p:spPr>
      </p:sp>
      <p:sp>
        <p:nvSpPr>
          <p:cNvPr id="7168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p:spPr>
        <p:txBody>
          <a:bodyPr/>
          <a:lstStyle/>
          <a:p>
            <a:fld id="{682D3385-EE24-4EF4-8B9C-2B025F03DAC8}" type="slidenum">
              <a:rPr lang="en-US" smtClean="0">
                <a:cs typeface="Arial" charset="0"/>
              </a:rPr>
              <a:pPr/>
              <a:t>20</a:t>
            </a:fld>
            <a:endParaRPr lang="en-US" smtClean="0">
              <a:cs typeface="Arial" charset="0"/>
            </a:endParaRPr>
          </a:p>
        </p:txBody>
      </p:sp>
      <p:sp>
        <p:nvSpPr>
          <p:cNvPr id="86018" name="Rectangle 2"/>
          <p:cNvSpPr>
            <a:spLocks noGrp="1" noRot="1" noChangeAspect="1" noChangeArrowheads="1" noTextEdit="1"/>
          </p:cNvSpPr>
          <p:nvPr>
            <p:ph type="sldImg"/>
          </p:nvPr>
        </p:nvSpPr>
        <p:spPr>
          <a:xfrm>
            <a:off x="1143000" y="685800"/>
            <a:ext cx="4572000" cy="3429000"/>
          </a:xfrm>
          <a:prstGeom prst="rect">
            <a:avLst/>
          </a:prstGeom>
          <a:ln/>
        </p:spPr>
      </p:sp>
      <p:sp>
        <p:nvSpPr>
          <p:cNvPr id="86019" name="Rectangle 3"/>
          <p:cNvSpPr>
            <a:spLocks noGrp="1" noChangeArrowheads="1"/>
          </p:cNvSpPr>
          <p:nvPr>
            <p:ph type="body" idx="1"/>
          </p:nvPr>
        </p:nvSpPr>
        <p:spPr>
          <a:noFill/>
          <a:ln/>
        </p:spPr>
        <p:txBody>
          <a:bodyPr/>
          <a:lstStyle/>
          <a:p>
            <a:pPr eaLnBrk="1" hangingPunct="1"/>
            <a:endParaRPr lang="en-US" sz="1000" dirty="0" smtClean="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Rot="1" noChangeAspect="1" noChangeArrowheads="1" noTextEdit="1"/>
          </p:cNvSpPr>
          <p:nvPr>
            <p:ph type="sldImg"/>
          </p:nvPr>
        </p:nvSpPr>
        <p:spPr>
          <a:xfrm>
            <a:off x="1143000" y="685800"/>
            <a:ext cx="4572000" cy="3429000"/>
          </a:xfrm>
          <a:prstGeom prst="rect">
            <a:avLst/>
          </a:prstGeom>
          <a:ln/>
        </p:spPr>
      </p:sp>
      <p:sp>
        <p:nvSpPr>
          <p:cNvPr id="11366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noChangeArrowheads="1"/>
          </p:cNvSpPr>
          <p:nvPr>
            <p:ph type="sldNum" sz="quarter" idx="5"/>
          </p:nvPr>
        </p:nvSpPr>
        <p:spPr>
          <a:noFill/>
        </p:spPr>
        <p:txBody>
          <a:bodyPr/>
          <a:lstStyle/>
          <a:p>
            <a:pPr algn="r" rtl="0" fontAlgn="base">
              <a:spcBef>
                <a:spcPct val="0"/>
              </a:spcBef>
              <a:spcAft>
                <a:spcPct val="0"/>
              </a:spcAft>
            </a:pPr>
            <a:fld id="{BF79541B-22E6-4DA5-B82B-F49B93924119}" type="slidenum">
              <a:rPr lang="en-US" sz="1200" kern="1200">
                <a:solidFill>
                  <a:prstClr val="black"/>
                </a:solidFill>
                <a:latin typeface="Book Antiqua" pitchFamily="18" charset="0"/>
                <a:ea typeface="+mn-ea"/>
                <a:cs typeface="Arial" charset="0"/>
              </a:rPr>
              <a:pPr algn="r" rtl="0" fontAlgn="base">
                <a:spcBef>
                  <a:spcPct val="0"/>
                </a:spcBef>
                <a:spcAft>
                  <a:spcPct val="0"/>
                </a:spcAft>
              </a:pPr>
              <a:t>22</a:t>
            </a:fld>
            <a:endParaRPr lang="en-US" sz="1200" kern="1200">
              <a:solidFill>
                <a:prstClr val="black"/>
              </a:solidFill>
              <a:latin typeface="Book Antiqua" pitchFamily="18" charset="0"/>
              <a:ea typeface="+mn-ea"/>
              <a:cs typeface="Arial" charset="0"/>
            </a:endParaRPr>
          </a:p>
        </p:txBody>
      </p:sp>
      <p:sp>
        <p:nvSpPr>
          <p:cNvPr id="95234" name="Rectangle 2"/>
          <p:cNvSpPr>
            <a:spLocks noGrp="1" noRot="1" noChangeAspect="1" noChangeArrowheads="1" noTextEdit="1"/>
          </p:cNvSpPr>
          <p:nvPr>
            <p:ph type="sldImg"/>
          </p:nvPr>
        </p:nvSpPr>
        <p:spPr>
          <a:xfrm>
            <a:off x="1143000" y="685800"/>
            <a:ext cx="4572000" cy="3429000"/>
          </a:xfrm>
          <a:prstGeom prst="rect">
            <a:avLst/>
          </a:prstGeom>
          <a:ln/>
        </p:spPr>
      </p:sp>
      <p:sp>
        <p:nvSpPr>
          <p:cNvPr id="95235" name="Rectangle 3"/>
          <p:cNvSpPr>
            <a:spLocks noGrp="1" noChangeArrowheads="1"/>
          </p:cNvSpPr>
          <p:nvPr>
            <p:ph type="body" idx="1"/>
          </p:nvPr>
        </p:nvSpPr>
        <p:spPr>
          <a:noFill/>
          <a:ln/>
        </p:spPr>
        <p:txBody>
          <a:bodyPr/>
          <a:lstStyle/>
          <a:p>
            <a:pPr eaLnBrk="1" hangingPunct="1"/>
            <a:endParaRPr lang="en-US" sz="900" smtClean="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noChangeArrowheads="1"/>
          </p:cNvSpPr>
          <p:nvPr>
            <p:ph type="sldNum" sz="quarter" idx="5"/>
          </p:nvPr>
        </p:nvSpPr>
        <p:spPr>
          <a:noFill/>
        </p:spPr>
        <p:txBody>
          <a:bodyPr/>
          <a:lstStyle/>
          <a:p>
            <a:pPr algn="r" rtl="0" fontAlgn="base">
              <a:spcBef>
                <a:spcPct val="0"/>
              </a:spcBef>
              <a:spcAft>
                <a:spcPct val="0"/>
              </a:spcAft>
            </a:pPr>
            <a:fld id="{A472B44F-3E7F-4EAA-8999-202A34D6E2A8}" type="slidenum">
              <a:rPr lang="en-US" sz="1200" kern="1200">
                <a:solidFill>
                  <a:prstClr val="black"/>
                </a:solidFill>
                <a:latin typeface="Book Antiqua" pitchFamily="18" charset="0"/>
                <a:ea typeface="+mn-ea"/>
                <a:cs typeface="Arial" charset="0"/>
              </a:rPr>
              <a:pPr algn="r" rtl="0" fontAlgn="base">
                <a:spcBef>
                  <a:spcPct val="0"/>
                </a:spcBef>
                <a:spcAft>
                  <a:spcPct val="0"/>
                </a:spcAft>
              </a:pPr>
              <a:t>23</a:t>
            </a:fld>
            <a:endParaRPr lang="en-US" sz="1200" kern="1200">
              <a:solidFill>
                <a:prstClr val="black"/>
              </a:solidFill>
              <a:latin typeface="Book Antiqua" pitchFamily="18" charset="0"/>
              <a:ea typeface="+mn-ea"/>
              <a:cs typeface="Arial" charset="0"/>
            </a:endParaRPr>
          </a:p>
        </p:txBody>
      </p:sp>
      <p:sp>
        <p:nvSpPr>
          <p:cNvPr id="97282" name="Rectangle 2"/>
          <p:cNvSpPr>
            <a:spLocks noGrp="1" noRot="1" noChangeAspect="1" noChangeArrowheads="1" noTextEdit="1"/>
          </p:cNvSpPr>
          <p:nvPr>
            <p:ph type="sldImg"/>
          </p:nvPr>
        </p:nvSpPr>
        <p:spPr>
          <a:xfrm>
            <a:off x="1150938" y="692150"/>
            <a:ext cx="4556125" cy="3416300"/>
          </a:xfrm>
          <a:prstGeom prst="rect">
            <a:avLst/>
          </a:prstGeom>
          <a:ln/>
        </p:spPr>
      </p:sp>
      <p:sp>
        <p:nvSpPr>
          <p:cNvPr id="97283" name="Rectangle 3"/>
          <p:cNvSpPr>
            <a:spLocks noGrp="1" noChangeArrowheads="1"/>
          </p:cNvSpPr>
          <p:nvPr>
            <p:ph type="body" idx="1"/>
          </p:nvPr>
        </p:nvSpPr>
        <p:spPr>
          <a:xfrm>
            <a:off x="685800" y="4343400"/>
            <a:ext cx="5817870" cy="4114800"/>
          </a:xfrm>
          <a:noFill/>
          <a:ln/>
        </p:spPr>
        <p:txBody>
          <a:bodyPr/>
          <a:lstStyle/>
          <a:p>
            <a:pPr algn="just" eaLnBrk="1" hangingPunct="1"/>
            <a:r>
              <a:rPr lang="en-US" dirty="0" smtClean="0"/>
              <a:t>The computer system today allows multiple programs to be loaded into memory and to be executed simultaneously but only one instruction is executed at any point of time.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a:spLocks noGrp="1" noChangeArrowheads="1"/>
          </p:cNvSpPr>
          <p:nvPr>
            <p:ph type="sldNum" sz="quarter" idx="5"/>
          </p:nvPr>
        </p:nvSpPr>
        <p:spPr>
          <a:noFill/>
        </p:spPr>
        <p:txBody>
          <a:bodyPr/>
          <a:lstStyle/>
          <a:p>
            <a:pPr algn="r" rtl="0" fontAlgn="base">
              <a:spcBef>
                <a:spcPct val="0"/>
              </a:spcBef>
              <a:spcAft>
                <a:spcPct val="0"/>
              </a:spcAft>
            </a:pPr>
            <a:fld id="{80B2C14A-8D10-4C47-B042-3029C21C973D}" type="slidenum">
              <a:rPr lang="en-US" sz="1200" kern="1200">
                <a:solidFill>
                  <a:prstClr val="black"/>
                </a:solidFill>
                <a:latin typeface="Arial" charset="0"/>
                <a:ea typeface="+mn-ea"/>
                <a:cs typeface="Arial" charset="0"/>
              </a:rPr>
              <a:pPr algn="r" rtl="0" fontAlgn="base">
                <a:spcBef>
                  <a:spcPct val="0"/>
                </a:spcBef>
                <a:spcAft>
                  <a:spcPct val="0"/>
                </a:spcAft>
              </a:pPr>
              <a:t>24</a:t>
            </a:fld>
            <a:endParaRPr lang="en-US" sz="1200" kern="1200">
              <a:solidFill>
                <a:prstClr val="black"/>
              </a:solidFill>
              <a:latin typeface="Arial" charset="0"/>
              <a:ea typeface="+mn-ea"/>
              <a:cs typeface="Arial" charset="0"/>
            </a:endParaRPr>
          </a:p>
        </p:txBody>
      </p:sp>
      <p:sp>
        <p:nvSpPr>
          <p:cNvPr id="99330" name="Rectangle 2"/>
          <p:cNvSpPr>
            <a:spLocks noGrp="1" noRot="1" noChangeAspect="1" noChangeArrowheads="1" noTextEdit="1"/>
          </p:cNvSpPr>
          <p:nvPr>
            <p:ph type="sldImg"/>
          </p:nvPr>
        </p:nvSpPr>
        <p:spPr>
          <a:xfrm>
            <a:off x="1143000" y="685800"/>
            <a:ext cx="4572000" cy="3429000"/>
          </a:xfrm>
          <a:prstGeom prst="rect">
            <a:avLst/>
          </a:prstGeom>
          <a:ln/>
        </p:spPr>
      </p:sp>
      <p:sp>
        <p:nvSpPr>
          <p:cNvPr id="99331" name="Rectangle 3"/>
          <p:cNvSpPr>
            <a:spLocks noGrp="1" noChangeArrowheads="1"/>
          </p:cNvSpPr>
          <p:nvPr>
            <p:ph type="body" idx="1"/>
          </p:nvPr>
        </p:nvSpPr>
        <p:spPr>
          <a:noFill/>
          <a:ln/>
        </p:spPr>
        <p:txBody>
          <a:bodyPr/>
          <a:lstStyle/>
          <a:p>
            <a:pPr eaLnBrk="1" hangingPunct="1"/>
            <a:endParaRPr lang="en-US" smtClean="0">
              <a:latin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noChangeArrowheads="1"/>
          </p:cNvSpPr>
          <p:nvPr>
            <p:ph type="sldNum" sz="quarter" idx="5"/>
          </p:nvPr>
        </p:nvSpPr>
        <p:spPr>
          <a:noFill/>
        </p:spPr>
        <p:txBody>
          <a:bodyPr/>
          <a:lstStyle/>
          <a:p>
            <a:pPr algn="r" rtl="0" fontAlgn="base">
              <a:spcBef>
                <a:spcPct val="0"/>
              </a:spcBef>
              <a:spcAft>
                <a:spcPct val="0"/>
              </a:spcAft>
            </a:pPr>
            <a:fld id="{1A9ACE5A-5D48-4BF6-9BAE-C99CAFF8C53A}" type="slidenum">
              <a:rPr lang="en-US" sz="1200" kern="1200">
                <a:solidFill>
                  <a:prstClr val="black"/>
                </a:solidFill>
                <a:latin typeface="Arial" charset="0"/>
                <a:ea typeface="+mn-ea"/>
                <a:cs typeface="Arial" charset="0"/>
              </a:rPr>
              <a:pPr algn="r" rtl="0" fontAlgn="base">
                <a:spcBef>
                  <a:spcPct val="0"/>
                </a:spcBef>
                <a:spcAft>
                  <a:spcPct val="0"/>
                </a:spcAft>
              </a:pPr>
              <a:t>25</a:t>
            </a:fld>
            <a:endParaRPr lang="en-US" sz="1200" kern="1200">
              <a:solidFill>
                <a:prstClr val="black"/>
              </a:solidFill>
              <a:latin typeface="Arial" charset="0"/>
              <a:ea typeface="+mn-ea"/>
              <a:cs typeface="Arial" charset="0"/>
            </a:endParaRPr>
          </a:p>
        </p:txBody>
      </p:sp>
      <p:sp>
        <p:nvSpPr>
          <p:cNvPr id="101378" name="Rectangle 2"/>
          <p:cNvSpPr>
            <a:spLocks noGrp="1" noRot="1" noChangeAspect="1" noChangeArrowheads="1" noTextEdit="1"/>
          </p:cNvSpPr>
          <p:nvPr>
            <p:ph type="sldImg"/>
          </p:nvPr>
        </p:nvSpPr>
        <p:spPr>
          <a:xfrm>
            <a:off x="1143000" y="685800"/>
            <a:ext cx="4572000" cy="3429000"/>
          </a:xfrm>
          <a:prstGeom prst="rect">
            <a:avLst/>
          </a:prstGeom>
          <a:ln/>
        </p:spPr>
      </p:sp>
      <p:sp>
        <p:nvSpPr>
          <p:cNvPr id="101379" name="Rectangle 3"/>
          <p:cNvSpPr>
            <a:spLocks noGrp="1" noChangeArrowheads="1"/>
          </p:cNvSpPr>
          <p:nvPr>
            <p:ph type="body" idx="1"/>
          </p:nvPr>
        </p:nvSpPr>
        <p:spPr>
          <a:noFill/>
          <a:ln/>
        </p:spPr>
        <p:txBody>
          <a:bodyPr/>
          <a:lstStyle/>
          <a:p>
            <a:pPr eaLnBrk="1" hangingPunct="1"/>
            <a:endParaRPr lang="en-US" dirty="0" smtClean="0">
              <a:latin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a:noFill/>
        </p:spPr>
        <p:txBody>
          <a:bodyPr/>
          <a:lstStyle/>
          <a:p>
            <a:pPr algn="r" rtl="0" fontAlgn="base">
              <a:spcBef>
                <a:spcPct val="0"/>
              </a:spcBef>
              <a:spcAft>
                <a:spcPct val="0"/>
              </a:spcAft>
            </a:pPr>
            <a:fld id="{0544F0DE-D15D-48B5-88A4-AF2F8F16D549}" type="slidenum">
              <a:rPr lang="en-US" sz="1200" kern="1200">
                <a:solidFill>
                  <a:prstClr val="black"/>
                </a:solidFill>
                <a:latin typeface="Book Antiqua" pitchFamily="18" charset="0"/>
                <a:ea typeface="+mn-ea"/>
                <a:cs typeface="Arial" charset="0"/>
              </a:rPr>
              <a:pPr algn="r" rtl="0" fontAlgn="base">
                <a:spcBef>
                  <a:spcPct val="0"/>
                </a:spcBef>
                <a:spcAft>
                  <a:spcPct val="0"/>
                </a:spcAft>
              </a:pPr>
              <a:t>26</a:t>
            </a:fld>
            <a:endParaRPr lang="en-US" sz="1200" kern="1200">
              <a:solidFill>
                <a:prstClr val="black"/>
              </a:solidFill>
              <a:latin typeface="Book Antiqua" pitchFamily="18" charset="0"/>
              <a:ea typeface="+mn-ea"/>
              <a:cs typeface="Arial" charset="0"/>
            </a:endParaRPr>
          </a:p>
        </p:txBody>
      </p:sp>
      <p:sp>
        <p:nvSpPr>
          <p:cNvPr id="103426" name="Rectangle 2"/>
          <p:cNvSpPr>
            <a:spLocks noGrp="1" noRot="1" noChangeAspect="1" noChangeArrowheads="1" noTextEdit="1"/>
          </p:cNvSpPr>
          <p:nvPr>
            <p:ph type="sldImg"/>
          </p:nvPr>
        </p:nvSpPr>
        <p:spPr>
          <a:xfrm>
            <a:off x="1150938" y="692150"/>
            <a:ext cx="4556125" cy="3416300"/>
          </a:xfrm>
          <a:prstGeom prst="rect">
            <a:avLst/>
          </a:prstGeom>
          <a:ln/>
        </p:spPr>
      </p:sp>
      <p:sp>
        <p:nvSpPr>
          <p:cNvPr id="103427" name="Rectangle 3"/>
          <p:cNvSpPr>
            <a:spLocks noGrp="1" noChangeArrowheads="1"/>
          </p:cNvSpPr>
          <p:nvPr>
            <p:ph type="body" idx="1"/>
          </p:nvPr>
        </p:nvSpPr>
        <p:spPr>
          <a:xfrm>
            <a:off x="685800" y="4343400"/>
            <a:ext cx="5772150" cy="4114800"/>
          </a:xfrm>
          <a:noFill/>
          <a:ln/>
        </p:spPr>
        <p:txBody>
          <a:bodyPr/>
          <a:lstStyle/>
          <a:p>
            <a:pPr algn="just" eaLnBrk="1" hangingPunct="1">
              <a:buFontTx/>
              <a:buChar char="•"/>
            </a:pPr>
            <a:r>
              <a:rPr lang="en-US" dirty="0" smtClean="0"/>
              <a:t>New – The operating system recognizes the process but does not assign resources to it. </a:t>
            </a:r>
          </a:p>
          <a:p>
            <a:pPr algn="just" eaLnBrk="1" hangingPunct="1">
              <a:buFontTx/>
              <a:buChar char="•"/>
            </a:pPr>
            <a:endParaRPr lang="en-US" dirty="0" smtClean="0"/>
          </a:p>
          <a:p>
            <a:pPr algn="just" eaLnBrk="1" hangingPunct="1">
              <a:buFontTx/>
              <a:buChar char="•"/>
            </a:pPr>
            <a:r>
              <a:rPr lang="en-US" dirty="0" smtClean="0"/>
              <a:t>Ready – The process is ready/waiting to be assigned to a processor.</a:t>
            </a:r>
          </a:p>
          <a:p>
            <a:pPr algn="just" eaLnBrk="1" hangingPunct="1">
              <a:buFontTx/>
              <a:buChar char="•"/>
            </a:pPr>
            <a:endParaRPr lang="en-US" dirty="0" smtClean="0"/>
          </a:p>
          <a:p>
            <a:pPr algn="just" eaLnBrk="1" hangingPunct="1">
              <a:buFontTx/>
              <a:buChar char="•"/>
            </a:pPr>
            <a:r>
              <a:rPr lang="en-US" dirty="0" smtClean="0"/>
              <a:t>Run – When a process is selected by the CPU for execution, it moves to the run state.</a:t>
            </a:r>
          </a:p>
          <a:p>
            <a:pPr algn="just" eaLnBrk="1" hangingPunct="1">
              <a:buFontTx/>
              <a:buChar char="•"/>
            </a:pPr>
            <a:endParaRPr lang="en-US" dirty="0" smtClean="0"/>
          </a:p>
          <a:p>
            <a:pPr algn="just" eaLnBrk="1" hangingPunct="1">
              <a:buFontTx/>
              <a:buChar char="•"/>
            </a:pPr>
            <a:r>
              <a:rPr lang="en-US" dirty="0" smtClean="0"/>
              <a:t>Blocked – When a process is waiting for some event to occur, e.g. I/O completion then it moves to the blocked state. When a running process does not have immediate access to a resource, it is said to be in the blocked state.</a:t>
            </a:r>
          </a:p>
          <a:p>
            <a:pPr algn="just" eaLnBrk="1" hangingPunct="1">
              <a:buFontTx/>
              <a:buChar char="•"/>
            </a:pPr>
            <a:endParaRPr lang="en-US" dirty="0" smtClean="0"/>
          </a:p>
          <a:p>
            <a:pPr algn="just" eaLnBrk="1" hangingPunct="1">
              <a:buFontTx/>
              <a:buChar char="•"/>
            </a:pPr>
            <a:r>
              <a:rPr lang="en-US" dirty="0" smtClean="0"/>
              <a:t>Terminated – This is the final state reached when the process finishes execution.</a:t>
            </a:r>
          </a:p>
          <a:p>
            <a:pPr eaLnBrk="1" hangingPunct="1"/>
            <a:endParaRPr lang="en-US" sz="900" dirty="0" smtClean="0">
              <a:latin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noChangeArrowheads="1"/>
          </p:cNvSpPr>
          <p:nvPr>
            <p:ph type="sldNum" sz="quarter" idx="5"/>
          </p:nvPr>
        </p:nvSpPr>
        <p:spPr>
          <a:noFill/>
        </p:spPr>
        <p:txBody>
          <a:bodyPr/>
          <a:lstStyle/>
          <a:p>
            <a:pPr algn="r" rtl="0" fontAlgn="base">
              <a:spcBef>
                <a:spcPct val="0"/>
              </a:spcBef>
              <a:spcAft>
                <a:spcPct val="0"/>
              </a:spcAft>
            </a:pPr>
            <a:fld id="{24E1D18A-9F9C-4554-A3BC-D970BB9D002D}" type="slidenum">
              <a:rPr lang="en-US" sz="1200" kern="1200">
                <a:solidFill>
                  <a:prstClr val="black"/>
                </a:solidFill>
                <a:latin typeface="Arial" charset="0"/>
                <a:ea typeface="+mn-ea"/>
                <a:cs typeface="Arial" charset="0"/>
              </a:rPr>
              <a:pPr algn="r" rtl="0" fontAlgn="base">
                <a:spcBef>
                  <a:spcPct val="0"/>
                </a:spcBef>
                <a:spcAft>
                  <a:spcPct val="0"/>
                </a:spcAft>
              </a:pPr>
              <a:t>27</a:t>
            </a:fld>
            <a:endParaRPr lang="en-US" sz="1200" kern="1200">
              <a:solidFill>
                <a:prstClr val="black"/>
              </a:solidFill>
              <a:latin typeface="Arial" charset="0"/>
              <a:ea typeface="+mn-ea"/>
              <a:cs typeface="Arial" charset="0"/>
            </a:endParaRPr>
          </a:p>
        </p:txBody>
      </p:sp>
      <p:sp>
        <p:nvSpPr>
          <p:cNvPr id="1054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rtl="0" eaLnBrk="0" fontAlgn="base" hangingPunct="0">
              <a:spcBef>
                <a:spcPct val="0"/>
              </a:spcBef>
              <a:spcAft>
                <a:spcPct val="0"/>
              </a:spcAft>
            </a:pPr>
            <a:fld id="{8A6BD94D-5A83-4C4A-AE26-F61B83711263}" type="slidenum">
              <a:rPr lang="en-US" sz="1200" kern="1200">
                <a:solidFill>
                  <a:prstClr val="black"/>
                </a:solidFill>
                <a:latin typeface="Times New Roman" pitchFamily="18" charset="0"/>
                <a:ea typeface="+mn-ea"/>
                <a:cs typeface="Arial" charset="0"/>
              </a:rPr>
              <a:pPr algn="r" rtl="0" eaLnBrk="0" fontAlgn="base" hangingPunct="0">
                <a:spcBef>
                  <a:spcPct val="0"/>
                </a:spcBef>
                <a:spcAft>
                  <a:spcPct val="0"/>
                </a:spcAft>
              </a:pPr>
              <a:t>27</a:t>
            </a:fld>
            <a:endParaRPr lang="en-US" sz="1200" kern="1200">
              <a:solidFill>
                <a:prstClr val="black"/>
              </a:solidFill>
              <a:latin typeface="Times New Roman" pitchFamily="18" charset="0"/>
              <a:ea typeface="+mn-ea"/>
              <a:cs typeface="Arial" charset="0"/>
            </a:endParaRPr>
          </a:p>
        </p:txBody>
      </p:sp>
      <p:sp>
        <p:nvSpPr>
          <p:cNvPr id="105475" name="Rectangle 2"/>
          <p:cNvSpPr>
            <a:spLocks noGrp="1" noRot="1" noChangeAspect="1" noChangeArrowheads="1" noTextEdit="1"/>
          </p:cNvSpPr>
          <p:nvPr>
            <p:ph type="sldImg"/>
          </p:nvPr>
        </p:nvSpPr>
        <p:spPr>
          <a:xfrm>
            <a:off x="1144588" y="685800"/>
            <a:ext cx="4572000" cy="3429000"/>
          </a:xfrm>
          <a:prstGeom prst="rect">
            <a:avLst/>
          </a:prstGeom>
          <a:ln/>
        </p:spPr>
      </p:sp>
      <p:sp>
        <p:nvSpPr>
          <p:cNvPr id="105476" name="Rectangle 3"/>
          <p:cNvSpPr>
            <a:spLocks noGrp="1" noChangeArrowheads="1"/>
          </p:cNvSpPr>
          <p:nvPr>
            <p:ph type="body" idx="1"/>
          </p:nvPr>
        </p:nvSpPr>
        <p:spPr>
          <a:noFill/>
          <a:ln/>
        </p:spPr>
        <p:txBody>
          <a:bodyPr lIns="91432" tIns="45716" rIns="91432" bIns="45716"/>
          <a:lstStyle/>
          <a:p>
            <a:pPr eaLnBrk="1" hangingPunct="1"/>
            <a:endParaRPr lang="en-US" dirty="0" smtClean="0">
              <a:latin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a:spLocks noGrp="1" noChangeArrowheads="1"/>
          </p:cNvSpPr>
          <p:nvPr>
            <p:ph type="sldNum" sz="quarter" idx="5"/>
          </p:nvPr>
        </p:nvSpPr>
        <p:spPr>
          <a:noFill/>
        </p:spPr>
        <p:txBody>
          <a:bodyPr/>
          <a:lstStyle/>
          <a:p>
            <a:pPr algn="r" rtl="0" fontAlgn="base">
              <a:spcBef>
                <a:spcPct val="0"/>
              </a:spcBef>
              <a:spcAft>
                <a:spcPct val="0"/>
              </a:spcAft>
            </a:pPr>
            <a:fld id="{E005F2B3-D114-49A2-8E25-9161CCDABD96}" type="slidenum">
              <a:rPr lang="en-US" sz="1200" kern="1200">
                <a:solidFill>
                  <a:prstClr val="black"/>
                </a:solidFill>
                <a:latin typeface="Book Antiqua" pitchFamily="18" charset="0"/>
                <a:ea typeface="+mn-ea"/>
                <a:cs typeface="Arial" charset="0"/>
              </a:rPr>
              <a:pPr algn="r" rtl="0" fontAlgn="base">
                <a:spcBef>
                  <a:spcPct val="0"/>
                </a:spcBef>
                <a:spcAft>
                  <a:spcPct val="0"/>
                </a:spcAft>
              </a:pPr>
              <a:t>28</a:t>
            </a:fld>
            <a:endParaRPr lang="en-US" sz="1200" kern="1200">
              <a:solidFill>
                <a:prstClr val="black"/>
              </a:solidFill>
              <a:latin typeface="Book Antiqua" pitchFamily="18" charset="0"/>
              <a:ea typeface="+mn-ea"/>
              <a:cs typeface="Arial" charset="0"/>
            </a:endParaRPr>
          </a:p>
        </p:txBody>
      </p:sp>
      <p:sp>
        <p:nvSpPr>
          <p:cNvPr id="109570" name="Rectangle 2"/>
          <p:cNvSpPr>
            <a:spLocks noGrp="1" noRot="1" noChangeAspect="1" noChangeArrowheads="1" noTextEdit="1"/>
          </p:cNvSpPr>
          <p:nvPr>
            <p:ph type="sldImg"/>
          </p:nvPr>
        </p:nvSpPr>
        <p:spPr>
          <a:xfrm>
            <a:off x="1150938" y="692150"/>
            <a:ext cx="4556125" cy="3416300"/>
          </a:xfrm>
          <a:prstGeom prst="rect">
            <a:avLst/>
          </a:prstGeom>
          <a:ln/>
        </p:spPr>
      </p:sp>
      <p:sp>
        <p:nvSpPr>
          <p:cNvPr id="109571" name="Rectangle 3"/>
          <p:cNvSpPr>
            <a:spLocks noGrp="1" noChangeArrowheads="1"/>
          </p:cNvSpPr>
          <p:nvPr>
            <p:ph type="body" idx="1"/>
          </p:nvPr>
        </p:nvSpPr>
        <p:spPr>
          <a:noFill/>
          <a:ln/>
        </p:spPr>
        <p:txBody>
          <a:bodyPr/>
          <a:lstStyle/>
          <a:p>
            <a:pPr algn="just" eaLnBrk="1" hangingPunct="1"/>
            <a:r>
              <a:rPr lang="en-US" i="0" dirty="0" smtClean="0"/>
              <a:t>Context switching  </a:t>
            </a:r>
            <a:r>
              <a:rPr lang="en-US" dirty="0" smtClean="0"/>
              <a:t>is an overhead as the system does not do any useful work while switching from one process to another. </a:t>
            </a:r>
          </a:p>
          <a:p>
            <a:pPr algn="just" eaLnBrk="1" hangingPunct="1"/>
            <a:endParaRPr lang="en-US" dirty="0" smtClean="0"/>
          </a:p>
          <a:p>
            <a:pPr algn="just" eaLnBrk="1" hangingPunct="1"/>
            <a:r>
              <a:rPr lang="en-US" dirty="0" smtClean="0"/>
              <a:t>There can be more than one process waiting to be executed by the CPU, these processes must be put in hold at some place. A queue is a place where the IN and OUT of the processes is controlled. There are different queues for different purposes.</a:t>
            </a:r>
          </a:p>
          <a:p>
            <a:pPr algn="just" eaLnBrk="1" hangingPunct="1"/>
            <a:endParaRPr lang="en-US" dirty="0" smtClean="0"/>
          </a:p>
          <a:p>
            <a:pPr algn="just" eaLnBrk="1" hangingPunct="1"/>
            <a:r>
              <a:rPr lang="en-US" dirty="0" smtClean="0"/>
              <a:t>Example:</a:t>
            </a:r>
          </a:p>
          <a:p>
            <a:pPr algn="just" eaLnBrk="1" hangingPunct="1"/>
            <a:endParaRPr lang="en-US" dirty="0" smtClean="0"/>
          </a:p>
          <a:p>
            <a:pPr algn="just" eaLnBrk="1" hangingPunct="1">
              <a:buFontTx/>
              <a:buChar char="•"/>
            </a:pPr>
            <a:r>
              <a:rPr lang="en-US" dirty="0" smtClean="0"/>
              <a:t>I/O Queue – If the process is waiting for an I/O operation to complete, then it goes to the I/O queue. </a:t>
            </a:r>
          </a:p>
          <a:p>
            <a:pPr algn="just" eaLnBrk="1" hangingPunct="1">
              <a:buFontTx/>
              <a:buChar char="•"/>
            </a:pPr>
            <a:endParaRPr lang="en-US" dirty="0" smtClean="0"/>
          </a:p>
          <a:p>
            <a:pPr algn="just" eaLnBrk="1" hangingPunct="1">
              <a:buFontTx/>
              <a:buChar char="•"/>
            </a:pPr>
            <a:r>
              <a:rPr lang="en-US" dirty="0" smtClean="0"/>
              <a:t>Job queue – A process entering the system for the first time goes into the Job queue.</a:t>
            </a:r>
          </a:p>
          <a:p>
            <a:pPr eaLnBrk="1" hangingPunct="1"/>
            <a:endParaRPr lang="en-US" sz="900" dirty="0" smtClean="0">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noChangeArrowheads="1"/>
          </p:cNvSpPr>
          <p:nvPr>
            <p:ph type="sldNum" sz="quarter" idx="5"/>
          </p:nvPr>
        </p:nvSpPr>
        <p:spPr>
          <a:noFill/>
        </p:spPr>
        <p:txBody>
          <a:bodyPr/>
          <a:lstStyle/>
          <a:p>
            <a:pPr algn="r" rtl="0" fontAlgn="base">
              <a:spcBef>
                <a:spcPct val="0"/>
              </a:spcBef>
              <a:spcAft>
                <a:spcPct val="0"/>
              </a:spcAft>
            </a:pPr>
            <a:fld id="{20C96B56-5155-4903-80A8-91DC642CDC68}" type="slidenum">
              <a:rPr lang="en-US" sz="1200" kern="1200">
                <a:solidFill>
                  <a:prstClr val="black"/>
                </a:solidFill>
                <a:latin typeface="Book Antiqua" pitchFamily="18" charset="0"/>
                <a:ea typeface="+mn-ea"/>
                <a:cs typeface="Arial" charset="0"/>
              </a:rPr>
              <a:pPr algn="r" rtl="0" fontAlgn="base">
                <a:spcBef>
                  <a:spcPct val="0"/>
                </a:spcBef>
                <a:spcAft>
                  <a:spcPct val="0"/>
                </a:spcAft>
              </a:pPr>
              <a:t>29</a:t>
            </a:fld>
            <a:endParaRPr lang="en-US" sz="1200" kern="1200">
              <a:solidFill>
                <a:prstClr val="black"/>
              </a:solidFill>
              <a:latin typeface="Book Antiqua" pitchFamily="18" charset="0"/>
              <a:ea typeface="+mn-ea"/>
              <a:cs typeface="Arial" charset="0"/>
            </a:endParaRPr>
          </a:p>
        </p:txBody>
      </p:sp>
      <p:sp>
        <p:nvSpPr>
          <p:cNvPr id="111618" name="Rectangle 2"/>
          <p:cNvSpPr>
            <a:spLocks noGrp="1" noRot="1" noChangeAspect="1" noChangeArrowheads="1" noTextEdit="1"/>
          </p:cNvSpPr>
          <p:nvPr>
            <p:ph type="sldImg"/>
          </p:nvPr>
        </p:nvSpPr>
        <p:spPr>
          <a:xfrm>
            <a:off x="1143000" y="685800"/>
            <a:ext cx="4572000" cy="3429000"/>
          </a:xfrm>
          <a:prstGeom prst="rect">
            <a:avLst/>
          </a:prstGeom>
          <a:ln/>
        </p:spPr>
      </p:sp>
      <p:sp>
        <p:nvSpPr>
          <p:cNvPr id="111619"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Rot="1" noChangeAspect="1" noChangeArrowheads="1" noTextEdit="1"/>
          </p:cNvSpPr>
          <p:nvPr>
            <p:ph type="sldImg"/>
          </p:nvPr>
        </p:nvSpPr>
        <p:spPr>
          <a:xfrm>
            <a:off x="1143000" y="685800"/>
            <a:ext cx="4572000" cy="3429000"/>
          </a:xfrm>
          <a:prstGeom prst="rect">
            <a:avLst/>
          </a:prstGeom>
          <a:ln/>
        </p:spPr>
      </p:sp>
      <p:sp>
        <p:nvSpPr>
          <p:cNvPr id="11366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pPr algn="r" rtl="0" eaLnBrk="0" fontAlgn="base" hangingPunct="0">
              <a:spcBef>
                <a:spcPct val="50000"/>
              </a:spcBef>
              <a:spcAft>
                <a:spcPct val="0"/>
              </a:spcAft>
              <a:buClr>
                <a:srgbClr val="0033CC"/>
              </a:buClr>
              <a:buSzPct val="155000"/>
              <a:buFont typeface="Symbol" pitchFamily="18" charset="2"/>
              <a:buNone/>
            </a:pPr>
            <a:fld id="{9BF99D6D-1B4D-4D9B-9205-740AAC59E4D4}" type="slidenum">
              <a:rPr lang="en-US" sz="1100" b="1">
                <a:solidFill>
                  <a:prstClr val="black"/>
                </a:solidFill>
                <a:cs typeface="Arial" charset="0"/>
              </a:rPr>
              <a:pPr algn="r" rtl="0" eaLnBrk="0" fontAlgn="base" hangingPunct="0">
                <a:spcBef>
                  <a:spcPct val="50000"/>
                </a:spcBef>
                <a:spcAft>
                  <a:spcPct val="0"/>
                </a:spcAft>
                <a:buClr>
                  <a:srgbClr val="0033CC"/>
                </a:buClr>
                <a:buSzPct val="155000"/>
                <a:buFont typeface="Symbol" pitchFamily="18" charset="2"/>
                <a:buNone/>
              </a:pPr>
              <a:t>31</a:t>
            </a:fld>
            <a:endParaRPr lang="en-US" sz="1100" b="1" dirty="0">
              <a:solidFill>
                <a:prstClr val="black"/>
              </a:solidFill>
              <a:cs typeface="Arial" charset="0"/>
            </a:endParaRPr>
          </a:p>
        </p:txBody>
      </p:sp>
      <p:sp>
        <p:nvSpPr>
          <p:cNvPr id="64515" name="Rectangle 2"/>
          <p:cNvSpPr>
            <a:spLocks noGrp="1" noRot="1" noChangeAspect="1" noChangeArrowheads="1" noTextEdit="1"/>
          </p:cNvSpPr>
          <p:nvPr>
            <p:ph type="sldImg"/>
          </p:nvPr>
        </p:nvSpPr>
        <p:spPr>
          <a:xfrm>
            <a:off x="1143000" y="685800"/>
            <a:ext cx="4572000" cy="3429000"/>
          </a:xfrm>
          <a:prstGeom prst="rect">
            <a:avLst/>
          </a:prstGeom>
          <a:ln/>
        </p:spPr>
      </p:sp>
      <p:sp>
        <p:nvSpPr>
          <p:cNvPr id="64516" name="Rectangle 3"/>
          <p:cNvSpPr>
            <a:spLocks noGrp="1" noChangeArrowheads="1"/>
          </p:cNvSpPr>
          <p:nvPr>
            <p:ph type="body" idx="1"/>
          </p:nvPr>
        </p:nvSpPr>
        <p:spPr>
          <a:noFill/>
          <a:ln/>
        </p:spPr>
        <p:txBody>
          <a:bodyPr/>
          <a:lstStyle/>
          <a:p>
            <a:pPr eaLnBrk="1" hangingPunct="1"/>
            <a:endParaRPr lang="en-US" sz="900"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1143000" y="685800"/>
            <a:ext cx="4572000" cy="3429000"/>
          </a:xfrm>
          <a:prstGeom prst="rect">
            <a:avLst/>
          </a:prstGeom>
          <a:ln/>
        </p:spPr>
      </p:sp>
      <p:sp>
        <p:nvSpPr>
          <p:cNvPr id="65539" name="Notes Placeholder 2"/>
          <p:cNvSpPr>
            <a:spLocks noGrp="1"/>
          </p:cNvSpPr>
          <p:nvPr>
            <p:ph type="body" idx="1"/>
          </p:nvPr>
        </p:nvSpPr>
        <p:spPr>
          <a:noFill/>
          <a:ln/>
        </p:spPr>
        <p:txBody>
          <a:bodyPr/>
          <a:lstStyle/>
          <a:p>
            <a:pPr algn="just"/>
            <a:r>
              <a:rPr lang="en-US" b="0" dirty="0" smtClean="0"/>
              <a:t>Data is stored physically in storage media such as hard disks, magnetic tapes etc. </a:t>
            </a:r>
          </a:p>
          <a:p>
            <a:pPr algn="just"/>
            <a:endParaRPr lang="en-US" b="0" dirty="0" smtClean="0"/>
          </a:p>
          <a:p>
            <a:pPr algn="just"/>
            <a:r>
              <a:rPr lang="en-US" b="0" dirty="0" smtClean="0"/>
              <a:t>Operating system abstracts the data from the storage media and provides a uniform logical view of the information stored.</a:t>
            </a:r>
          </a:p>
          <a:p>
            <a:pPr algn="just"/>
            <a:endParaRPr lang="en-US" b="0" dirty="0" smtClean="0"/>
          </a:p>
          <a:p>
            <a:pPr algn="just"/>
            <a:r>
              <a:rPr lang="en-US" b="0" dirty="0" smtClean="0"/>
              <a:t>In order to keep track </a:t>
            </a:r>
            <a:r>
              <a:rPr lang="en-US" dirty="0" smtClean="0"/>
              <a:t>of the file and manage it, File System part of Operating system adds some attributes to the</a:t>
            </a:r>
            <a:r>
              <a:rPr lang="en-US" baseline="0" dirty="0" smtClean="0"/>
              <a:t> f</a:t>
            </a:r>
            <a:r>
              <a:rPr lang="en-US" dirty="0" smtClean="0"/>
              <a:t>ile.</a:t>
            </a:r>
          </a:p>
        </p:txBody>
      </p:sp>
      <p:sp>
        <p:nvSpPr>
          <p:cNvPr id="4" name="Slide Number Placeholder 3"/>
          <p:cNvSpPr>
            <a:spLocks noGrp="1"/>
          </p:cNvSpPr>
          <p:nvPr>
            <p:ph type="sldNum" sz="quarter" idx="5"/>
          </p:nvPr>
        </p:nvSpPr>
        <p:spPr/>
        <p:txBody>
          <a:bodyPr/>
          <a:lstStyle/>
          <a:p>
            <a:pPr algn="r" rtl="0" eaLnBrk="0" fontAlgn="base" hangingPunct="0">
              <a:spcBef>
                <a:spcPct val="50000"/>
              </a:spcBef>
              <a:spcAft>
                <a:spcPct val="0"/>
              </a:spcAft>
              <a:buClr>
                <a:srgbClr val="0033CC"/>
              </a:buClr>
              <a:buSzPct val="155000"/>
              <a:buFont typeface="Symbol" pitchFamily="18" charset="2"/>
              <a:buNone/>
              <a:defRPr/>
            </a:pPr>
            <a:fld id="{4CF5C4E7-8650-425D-A352-840D3BEE60D8}" type="slidenum">
              <a:rPr lang="en-US" sz="1100" b="1">
                <a:solidFill>
                  <a:prstClr val="black"/>
                </a:solidFill>
                <a:cs typeface="Arial" charset="0"/>
              </a:rPr>
              <a:pPr algn="r" rtl="0" eaLnBrk="0" fontAlgn="base" hangingPunct="0">
                <a:spcBef>
                  <a:spcPct val="50000"/>
                </a:spcBef>
                <a:spcAft>
                  <a:spcPct val="0"/>
                </a:spcAft>
                <a:buClr>
                  <a:srgbClr val="0033CC"/>
                </a:buClr>
                <a:buSzPct val="155000"/>
                <a:buFont typeface="Symbol" pitchFamily="18" charset="2"/>
                <a:buNone/>
                <a:defRPr/>
              </a:pPr>
              <a:t>32</a:t>
            </a:fld>
            <a:endParaRPr lang="en-US" sz="1100" b="1" dirty="0">
              <a:solidFill>
                <a:prstClr val="black"/>
              </a:solidFill>
              <a:cs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704AA71-C613-6B42-8773-688627DE3311}" type="slidenum">
              <a:rPr lang="en-US" smtClean="0"/>
              <a:pPr/>
              <a:t>33</a:t>
            </a:fld>
            <a:endParaRPr lang="en-US"/>
          </a:p>
        </p:txBody>
      </p:sp>
    </p:spTree>
    <p:extLst>
      <p:ext uri="{BB962C8B-B14F-4D97-AF65-F5344CB8AC3E}">
        <p14:creationId xmlns:p14="http://schemas.microsoft.com/office/powerpoint/2010/main" val="28784084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pPr algn="r" rtl="0" eaLnBrk="0" fontAlgn="base" hangingPunct="0">
              <a:spcBef>
                <a:spcPct val="50000"/>
              </a:spcBef>
              <a:spcAft>
                <a:spcPct val="0"/>
              </a:spcAft>
              <a:buClr>
                <a:srgbClr val="0033CC"/>
              </a:buClr>
              <a:buSzPct val="155000"/>
              <a:buFont typeface="Symbol" pitchFamily="18" charset="2"/>
              <a:buNone/>
            </a:pPr>
            <a:fld id="{B063B770-998C-4025-9D6A-67FFAAA03785}" type="slidenum">
              <a:rPr lang="en-US" sz="1100" b="1">
                <a:solidFill>
                  <a:prstClr val="black"/>
                </a:solidFill>
                <a:cs typeface="Arial" charset="0"/>
              </a:rPr>
              <a:pPr algn="r" rtl="0" eaLnBrk="0" fontAlgn="base" hangingPunct="0">
                <a:spcBef>
                  <a:spcPct val="50000"/>
                </a:spcBef>
                <a:spcAft>
                  <a:spcPct val="0"/>
                </a:spcAft>
                <a:buClr>
                  <a:srgbClr val="0033CC"/>
                </a:buClr>
                <a:buSzPct val="155000"/>
                <a:buFont typeface="Symbol" pitchFamily="18" charset="2"/>
                <a:buNone/>
              </a:pPr>
              <a:t>34</a:t>
            </a:fld>
            <a:endParaRPr lang="en-US" sz="1100" b="1" dirty="0">
              <a:solidFill>
                <a:prstClr val="black"/>
              </a:solidFill>
              <a:cs typeface="Arial" charset="0"/>
            </a:endParaRPr>
          </a:p>
        </p:txBody>
      </p:sp>
      <p:sp>
        <p:nvSpPr>
          <p:cNvPr id="66563" name="Rectangle 2"/>
          <p:cNvSpPr>
            <a:spLocks noGrp="1" noRot="1" noChangeAspect="1" noChangeArrowheads="1" noTextEdit="1"/>
          </p:cNvSpPr>
          <p:nvPr>
            <p:ph type="sldImg"/>
          </p:nvPr>
        </p:nvSpPr>
        <p:spPr>
          <a:xfrm>
            <a:off x="1152525" y="692150"/>
            <a:ext cx="4552950" cy="3416300"/>
          </a:xfrm>
          <a:prstGeom prst="rect">
            <a:avLst/>
          </a:prstGeom>
          <a:ln/>
        </p:spPr>
      </p:sp>
      <p:sp>
        <p:nvSpPr>
          <p:cNvPr id="66564" name="Rectangle 3"/>
          <p:cNvSpPr>
            <a:spLocks noGrp="1" noChangeArrowheads="1"/>
          </p:cNvSpPr>
          <p:nvPr>
            <p:ph type="body" idx="1"/>
          </p:nvPr>
        </p:nvSpPr>
        <p:spPr>
          <a:noFill/>
          <a:ln/>
        </p:spPr>
        <p:txBody>
          <a:bodyPr/>
          <a:lstStyle/>
          <a:p>
            <a:pPr eaLnBrk="1" hangingPunct="1"/>
            <a:endParaRPr lang="en-US" sz="900"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pPr algn="r" rtl="0" eaLnBrk="0" fontAlgn="base" hangingPunct="0">
              <a:spcBef>
                <a:spcPct val="50000"/>
              </a:spcBef>
              <a:spcAft>
                <a:spcPct val="0"/>
              </a:spcAft>
              <a:buClr>
                <a:srgbClr val="0033CC"/>
              </a:buClr>
              <a:buSzPct val="155000"/>
              <a:buFont typeface="Symbol" pitchFamily="18" charset="2"/>
              <a:buNone/>
            </a:pPr>
            <a:fld id="{B063B770-998C-4025-9D6A-67FFAAA03785}" type="slidenum">
              <a:rPr lang="en-US" sz="1100" b="1">
                <a:solidFill>
                  <a:prstClr val="black"/>
                </a:solidFill>
                <a:cs typeface="Arial" charset="0"/>
              </a:rPr>
              <a:pPr algn="r" rtl="0" eaLnBrk="0" fontAlgn="base" hangingPunct="0">
                <a:spcBef>
                  <a:spcPct val="50000"/>
                </a:spcBef>
                <a:spcAft>
                  <a:spcPct val="0"/>
                </a:spcAft>
                <a:buClr>
                  <a:srgbClr val="0033CC"/>
                </a:buClr>
                <a:buSzPct val="155000"/>
                <a:buFont typeface="Symbol" pitchFamily="18" charset="2"/>
                <a:buNone/>
              </a:pPr>
              <a:t>35</a:t>
            </a:fld>
            <a:endParaRPr lang="en-US" sz="1100" b="1" dirty="0">
              <a:solidFill>
                <a:prstClr val="black"/>
              </a:solidFill>
              <a:cs typeface="Arial" charset="0"/>
            </a:endParaRPr>
          </a:p>
        </p:txBody>
      </p:sp>
      <p:sp>
        <p:nvSpPr>
          <p:cNvPr id="66563" name="Rectangle 2"/>
          <p:cNvSpPr>
            <a:spLocks noGrp="1" noRot="1" noChangeAspect="1" noChangeArrowheads="1" noTextEdit="1"/>
          </p:cNvSpPr>
          <p:nvPr>
            <p:ph type="sldImg"/>
          </p:nvPr>
        </p:nvSpPr>
        <p:spPr>
          <a:xfrm>
            <a:off x="1152525" y="692150"/>
            <a:ext cx="4552950" cy="3416300"/>
          </a:xfrm>
          <a:prstGeom prst="rect">
            <a:avLst/>
          </a:prstGeom>
          <a:ln/>
        </p:spPr>
      </p:sp>
      <p:sp>
        <p:nvSpPr>
          <p:cNvPr id="66564" name="Rectangle 3"/>
          <p:cNvSpPr>
            <a:spLocks noGrp="1" noChangeArrowheads="1"/>
          </p:cNvSpPr>
          <p:nvPr>
            <p:ph type="body" idx="1"/>
          </p:nvPr>
        </p:nvSpPr>
        <p:spPr>
          <a:noFill/>
          <a:ln/>
        </p:spPr>
        <p:txBody>
          <a:bodyPr/>
          <a:lstStyle/>
          <a:p>
            <a:pPr eaLnBrk="1" hangingPunct="1"/>
            <a:endParaRPr lang="en-US" sz="900"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pPr algn="r" rtl="0" eaLnBrk="0" fontAlgn="base" hangingPunct="0">
              <a:spcBef>
                <a:spcPct val="50000"/>
              </a:spcBef>
              <a:spcAft>
                <a:spcPct val="0"/>
              </a:spcAft>
              <a:buClr>
                <a:srgbClr val="0033CC"/>
              </a:buClr>
              <a:buSzPct val="155000"/>
              <a:buFont typeface="Symbol" pitchFamily="18" charset="2"/>
              <a:buNone/>
            </a:pPr>
            <a:fld id="{291C7B2E-CD0F-44B2-A7DD-4318054100AA}" type="slidenum">
              <a:rPr lang="en-US" sz="1100" b="1">
                <a:solidFill>
                  <a:prstClr val="black"/>
                </a:solidFill>
                <a:cs typeface="Arial" charset="0"/>
              </a:rPr>
              <a:pPr algn="r" rtl="0" eaLnBrk="0" fontAlgn="base" hangingPunct="0">
                <a:spcBef>
                  <a:spcPct val="50000"/>
                </a:spcBef>
                <a:spcAft>
                  <a:spcPct val="0"/>
                </a:spcAft>
                <a:buClr>
                  <a:srgbClr val="0033CC"/>
                </a:buClr>
                <a:buSzPct val="155000"/>
                <a:buFont typeface="Symbol" pitchFamily="18" charset="2"/>
                <a:buNone/>
              </a:pPr>
              <a:t>36</a:t>
            </a:fld>
            <a:endParaRPr lang="en-US" sz="1100" b="1" dirty="0">
              <a:solidFill>
                <a:prstClr val="black"/>
              </a:solidFill>
              <a:cs typeface="Arial" charset="0"/>
            </a:endParaRPr>
          </a:p>
        </p:txBody>
      </p:sp>
      <p:sp>
        <p:nvSpPr>
          <p:cNvPr id="67587" name="Rectangle 2"/>
          <p:cNvSpPr>
            <a:spLocks noGrp="1" noRot="1" noChangeAspect="1" noChangeArrowheads="1" noTextEdit="1"/>
          </p:cNvSpPr>
          <p:nvPr>
            <p:ph type="sldImg"/>
          </p:nvPr>
        </p:nvSpPr>
        <p:spPr>
          <a:xfrm>
            <a:off x="1152525" y="692150"/>
            <a:ext cx="4552950" cy="3416300"/>
          </a:xfrm>
          <a:prstGeom prst="rect">
            <a:avLst/>
          </a:prstGeom>
          <a:ln/>
        </p:spPr>
      </p:sp>
      <p:sp>
        <p:nvSpPr>
          <p:cNvPr id="67588" name="Rectangle 3"/>
          <p:cNvSpPr>
            <a:spLocks noGrp="1" noChangeArrowheads="1"/>
          </p:cNvSpPr>
          <p:nvPr>
            <p:ph type="body" idx="1"/>
          </p:nvPr>
        </p:nvSpPr>
        <p:spPr>
          <a:noFill/>
          <a:ln/>
        </p:spPr>
        <p:txBody>
          <a:bodyPr/>
          <a:lstStyle/>
          <a:p>
            <a:pPr eaLnBrk="1" hangingPunct="1"/>
            <a:endParaRPr lang="en-US" sz="900" dirty="0" smtClean="0">
              <a:cs typeface="Arial"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noChangeArrowheads="1"/>
          </p:cNvSpPr>
          <p:nvPr/>
        </p:nvSpPr>
        <p:spPr bwMode="auto">
          <a:xfrm>
            <a:off x="3885903" y="8687405"/>
            <a:ext cx="2972097" cy="456595"/>
          </a:xfrm>
          <a:prstGeom prst="rect">
            <a:avLst/>
          </a:prstGeom>
          <a:noFill/>
          <a:ln w="9525">
            <a:noFill/>
            <a:miter lim="800000"/>
            <a:headEnd/>
            <a:tailEnd/>
          </a:ln>
        </p:spPr>
        <p:txBody>
          <a:bodyPr lIns="91432" tIns="45716" rIns="91432" bIns="45716" anchor="b"/>
          <a:lstStyle/>
          <a:p>
            <a:pPr algn="r" defTabSz="914485"/>
            <a:fld id="{BB1E7B53-2452-4C1A-9929-770AE51D1AC0}" type="slidenum">
              <a:rPr lang="en-US" sz="1200">
                <a:solidFill>
                  <a:prstClr val="black"/>
                </a:solidFill>
                <a:latin typeface="Times New Roman" pitchFamily="18" charset="0"/>
              </a:rPr>
              <a:pPr algn="r" defTabSz="914485"/>
              <a:t>37</a:t>
            </a:fld>
            <a:endParaRPr lang="en-US" sz="1200" dirty="0">
              <a:solidFill>
                <a:prstClr val="black"/>
              </a:solidFill>
              <a:latin typeface="Times New Roman" pitchFamily="18" charset="0"/>
            </a:endParaRPr>
          </a:p>
        </p:txBody>
      </p:sp>
      <p:sp>
        <p:nvSpPr>
          <p:cNvPr id="68611" name="Rectangle 2"/>
          <p:cNvSpPr>
            <a:spLocks noGrp="1" noRot="1" noChangeAspect="1" noChangeArrowheads="1" noTextEdit="1"/>
          </p:cNvSpPr>
          <p:nvPr>
            <p:ph type="sldImg"/>
          </p:nvPr>
        </p:nvSpPr>
        <p:spPr>
          <a:xfrm>
            <a:off x="1143000" y="685800"/>
            <a:ext cx="4572000" cy="3429000"/>
          </a:xfrm>
          <a:prstGeom prst="rect">
            <a:avLst/>
          </a:prstGeom>
          <a:ln/>
        </p:spPr>
      </p:sp>
      <p:sp>
        <p:nvSpPr>
          <p:cNvPr id="68612" name="Rectangle 3"/>
          <p:cNvSpPr>
            <a:spLocks noGrp="1" noChangeArrowheads="1"/>
          </p:cNvSpPr>
          <p:nvPr>
            <p:ph type="body" idx="1"/>
          </p:nvPr>
        </p:nvSpPr>
        <p:spPr>
          <a:noFill/>
          <a:ln/>
        </p:spPr>
        <p:txBody>
          <a:bodyPr/>
          <a:lstStyle/>
          <a:p>
            <a:pPr marL="216233" indent="-216233" eaLnBrk="1" hangingPunct="1"/>
            <a:endParaRPr lang="en-US"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Rot="1" noChangeAspect="1" noChangeArrowheads="1" noTextEdit="1"/>
          </p:cNvSpPr>
          <p:nvPr>
            <p:ph type="sldImg"/>
          </p:nvPr>
        </p:nvSpPr>
        <p:spPr>
          <a:xfrm>
            <a:off x="1143000" y="685800"/>
            <a:ext cx="4572000" cy="3429000"/>
          </a:xfrm>
          <a:prstGeom prst="rect">
            <a:avLst/>
          </a:prstGeom>
          <a:ln/>
        </p:spPr>
      </p:sp>
      <p:sp>
        <p:nvSpPr>
          <p:cNvPr id="11366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A6BB5B73-8B53-4764-A3E2-D6988F09649F}" type="slidenum">
              <a:rPr lang="en-US" smtClean="0">
                <a:cs typeface="Arial" charset="0"/>
              </a:rPr>
              <a:pPr/>
              <a:t>39</a:t>
            </a:fld>
            <a:endParaRPr lang="en-US" smtClean="0">
              <a:cs typeface="Arial" charset="0"/>
            </a:endParaRPr>
          </a:p>
        </p:txBody>
      </p:sp>
      <p:sp>
        <p:nvSpPr>
          <p:cNvPr id="70659" name="Rectangle 2"/>
          <p:cNvSpPr>
            <a:spLocks noGrp="1" noRot="1" noChangeAspect="1" noChangeArrowheads="1" noTextEdit="1"/>
          </p:cNvSpPr>
          <p:nvPr>
            <p:ph type="sldImg"/>
          </p:nvPr>
        </p:nvSpPr>
        <p:spPr>
          <a:xfrm>
            <a:off x="1143000" y="685800"/>
            <a:ext cx="4572000" cy="3429000"/>
          </a:xfrm>
          <a:prstGeom prst="rect">
            <a:avLst/>
          </a:prstGeom>
          <a:ln/>
        </p:spPr>
      </p:sp>
      <p:sp>
        <p:nvSpPr>
          <p:cNvPr id="70660" name="Rectangle 3"/>
          <p:cNvSpPr>
            <a:spLocks noGrp="1" noChangeArrowheads="1"/>
          </p:cNvSpPr>
          <p:nvPr>
            <p:ph type="body" idx="1"/>
          </p:nvPr>
        </p:nvSpPr>
        <p:spPr>
          <a:noFill/>
          <a:ln/>
        </p:spPr>
        <p:txBody>
          <a:bodyPr/>
          <a:lstStyle/>
          <a:p>
            <a:pPr eaLnBrk="1" hangingPunct="1"/>
            <a:endParaRPr lang="en-US" sz="900"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C4AFD103-F3D2-467B-AB7E-7B67A43B4BA7}" type="slidenum">
              <a:rPr lang="en-US" smtClean="0">
                <a:cs typeface="Arial" charset="0"/>
              </a:rPr>
              <a:pPr/>
              <a:t>40</a:t>
            </a:fld>
            <a:endParaRPr lang="en-US" smtClean="0">
              <a:cs typeface="Arial" charset="0"/>
            </a:endParaRPr>
          </a:p>
        </p:txBody>
      </p:sp>
      <p:sp>
        <p:nvSpPr>
          <p:cNvPr id="71683" name="Rectangle 2"/>
          <p:cNvSpPr>
            <a:spLocks noGrp="1" noRot="1" noChangeAspect="1" noChangeArrowheads="1" noTextEdit="1"/>
          </p:cNvSpPr>
          <p:nvPr>
            <p:ph type="sldImg"/>
          </p:nvPr>
        </p:nvSpPr>
        <p:spPr>
          <a:xfrm>
            <a:off x="1152525" y="692150"/>
            <a:ext cx="4552950" cy="3416300"/>
          </a:xfrm>
          <a:prstGeom prst="rect">
            <a:avLst/>
          </a:prstGeom>
          <a:ln/>
        </p:spPr>
      </p:sp>
      <p:sp>
        <p:nvSpPr>
          <p:cNvPr id="71684" name="Rectangle 3"/>
          <p:cNvSpPr>
            <a:spLocks noGrp="1" noChangeArrowheads="1"/>
          </p:cNvSpPr>
          <p:nvPr>
            <p:ph type="body" idx="1"/>
          </p:nvPr>
        </p:nvSpPr>
        <p:spPr>
          <a:noFill/>
          <a:ln/>
        </p:spPr>
        <p:txBody>
          <a:bodyPr/>
          <a:lstStyle/>
          <a:p>
            <a:pPr algn="just" eaLnBrk="1" hangingPunct="1"/>
            <a:r>
              <a:rPr lang="en-US" dirty="0" smtClean="0"/>
              <a:t>A computer system has a big collection of I/O devices, e.g. printers, magnetic tapes, keyboard, monitor etc. Most of these devices are mechanical in nature, speed of operation of these devices is much slower as compared to the speed of the CPU and therefore results in a bottleneck and low CPU utilization. Due to this variation in the nature of devices, the OS has to provide device management.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014349F2-8F42-4D54-9220-97C943D5326B}" type="slidenum">
              <a:rPr lang="en-US" smtClean="0">
                <a:cs typeface="Arial" charset="0"/>
              </a:rPr>
              <a:pPr/>
              <a:t>41</a:t>
            </a:fld>
            <a:endParaRPr lang="en-US" smtClean="0">
              <a:cs typeface="Arial" charset="0"/>
            </a:endParaRPr>
          </a:p>
        </p:txBody>
      </p:sp>
      <p:sp>
        <p:nvSpPr>
          <p:cNvPr id="76803" name="Rectangle 2"/>
          <p:cNvSpPr>
            <a:spLocks noGrp="1" noRot="1" noChangeAspect="1" noChangeArrowheads="1" noTextEdit="1"/>
          </p:cNvSpPr>
          <p:nvPr>
            <p:ph type="sldImg"/>
          </p:nvPr>
        </p:nvSpPr>
        <p:spPr>
          <a:xfrm>
            <a:off x="1143000" y="685800"/>
            <a:ext cx="4572000" cy="3429000"/>
          </a:xfrm>
          <a:prstGeom prst="rect">
            <a:avLst/>
          </a:prstGeom>
          <a:ln/>
        </p:spPr>
      </p:sp>
      <p:sp>
        <p:nvSpPr>
          <p:cNvPr id="76804" name="Rectangle 3"/>
          <p:cNvSpPr>
            <a:spLocks noGrp="1" noChangeArrowheads="1"/>
          </p:cNvSpPr>
          <p:nvPr>
            <p:ph type="body" idx="1"/>
          </p:nvPr>
        </p:nvSpPr>
        <p:spPr>
          <a:noFill/>
          <a:ln/>
        </p:spPr>
        <p:txBody>
          <a:bodyPr/>
          <a:lstStyle/>
          <a:p>
            <a:pPr algn="just" eaLnBrk="1" hangingPunct="1"/>
            <a:r>
              <a:rPr lang="en-US" dirty="0" smtClean="0"/>
              <a:t>The main disadvantage of dedicated policy is that it leads to monopoly. If a user prints a large file, then others have to wait till the printing is over.  A common solution to the above problem is SPOOLing wherein all the jobs needs to be printed are saved on the disk until the job is completed. The saved output will be printed finally. Thus, whenever simultaneous peripheral operations are made to the on-line resources, the requests are put in the queue and are stored in the spool files. When the resources are free, the spool file is retrieved and requests are serviced. The reason behind storing the file to be printed in a local disk is that even if the user closes the application that has given the output for printing, the printing is not interrupted. This happens because printing takes place from the local copy of the file available in the spool of the printer. </a:t>
            </a:r>
          </a:p>
          <a:p>
            <a:pPr eaLnBrk="1" hangingPunct="1"/>
            <a:endParaRPr lang="en-US" sz="900"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AACD8C23-E1C2-457F-B259-B0C93296E45F}" type="slidenum">
              <a:rPr lang="en-US" smtClean="0">
                <a:cs typeface="Arial" charset="0"/>
              </a:rPr>
              <a:pPr/>
              <a:t>42</a:t>
            </a:fld>
            <a:endParaRPr lang="en-US" smtClean="0">
              <a:cs typeface="Arial" charset="0"/>
            </a:endParaRPr>
          </a:p>
        </p:txBody>
      </p:sp>
      <p:sp>
        <p:nvSpPr>
          <p:cNvPr id="77827" name="Rectangle 2"/>
          <p:cNvSpPr>
            <a:spLocks noGrp="1" noRot="1" noChangeAspect="1" noChangeArrowheads="1" noTextEdit="1"/>
          </p:cNvSpPr>
          <p:nvPr>
            <p:ph type="sldImg"/>
          </p:nvPr>
        </p:nvSpPr>
        <p:spPr>
          <a:xfrm>
            <a:off x="1152525" y="692150"/>
            <a:ext cx="4552950" cy="3416300"/>
          </a:xfrm>
          <a:prstGeom prst="rect">
            <a:avLst/>
          </a:prstGeom>
          <a:ln/>
        </p:spPr>
      </p:sp>
      <p:sp>
        <p:nvSpPr>
          <p:cNvPr id="77828" name="Rectangle 3"/>
          <p:cNvSpPr>
            <a:spLocks noGrp="1" noChangeArrowheads="1"/>
          </p:cNvSpPr>
          <p:nvPr>
            <p:ph type="body" idx="1"/>
          </p:nvPr>
        </p:nvSpPr>
        <p:spPr>
          <a:noFill/>
          <a:ln/>
        </p:spPr>
        <p:txBody>
          <a:bodyPr/>
          <a:lstStyle/>
          <a:p>
            <a:pPr algn="just" eaLnBrk="1" hangingPunct="1"/>
            <a:r>
              <a:rPr lang="en-US" dirty="0" smtClean="0"/>
              <a:t>Readers and Writers problem – If there are two write requests for the same file in a disk, then the question is whether it should be allowed or not. </a:t>
            </a:r>
          </a:p>
          <a:p>
            <a:pPr algn="just" eaLnBrk="1" hangingPunct="1"/>
            <a:endParaRPr lang="en-US" dirty="0" smtClean="0"/>
          </a:p>
          <a:p>
            <a:pPr algn="just" eaLnBrk="1" hangingPunct="1"/>
            <a:r>
              <a:rPr lang="en-US" dirty="0" smtClean="0"/>
              <a:t>Mutual Exclusion – Although there are multiple jobs sharing access to the device, there can be only one job actually accessing at a point of time.</a:t>
            </a:r>
          </a:p>
          <a:p>
            <a:pPr algn="just" eaLnBrk="1" hangingPunct="1"/>
            <a:endParaRPr lang="en-US" dirty="0" smtClean="0"/>
          </a:p>
          <a:p>
            <a:pPr algn="just" eaLnBrk="1" hangingPunct="1"/>
            <a:r>
              <a:rPr lang="en-US" dirty="0" smtClean="0"/>
              <a:t>Security Rights -  In case of shared devices, protection is needed against malicious or accidentally accessing one’s job area by another job</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Rot="1" noChangeAspect="1" noChangeArrowheads="1" noTextEdit="1"/>
          </p:cNvSpPr>
          <p:nvPr>
            <p:ph type="sldImg"/>
          </p:nvPr>
        </p:nvSpPr>
        <p:spPr>
          <a:xfrm>
            <a:off x="1143000" y="685800"/>
            <a:ext cx="4572000" cy="3429000"/>
          </a:xfrm>
          <a:prstGeom prst="rect">
            <a:avLst/>
          </a:prstGeom>
          <a:ln/>
        </p:spPr>
      </p:sp>
      <p:sp>
        <p:nvSpPr>
          <p:cNvPr id="11366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70412" cy="3429000"/>
          </a:xfrm>
          <a:prstGeom prst="rect">
            <a:avLst/>
          </a:prstGeo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18FDCB0-9077-47C2-BB43-F8FD2D3FE18E}"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p>
            <a:fld id="{58A84208-C39E-48A6-8886-3D72604D3E95}" type="slidenum">
              <a:rPr lang="en-US" smtClean="0">
                <a:cs typeface="Arial" charset="0"/>
              </a:rPr>
              <a:pPr/>
              <a:t>45</a:t>
            </a:fld>
            <a:endParaRPr lang="en-US" smtClean="0">
              <a:cs typeface="Arial" charset="0"/>
            </a:endParaRPr>
          </a:p>
        </p:txBody>
      </p:sp>
      <p:sp>
        <p:nvSpPr>
          <p:cNvPr id="34818" name="Rectangle 2"/>
          <p:cNvSpPr>
            <a:spLocks noGrp="1" noRot="1" noChangeAspect="1" noChangeArrowheads="1" noTextEdit="1"/>
          </p:cNvSpPr>
          <p:nvPr>
            <p:ph type="sldImg"/>
          </p:nvPr>
        </p:nvSpPr>
        <p:spPr>
          <a:xfrm>
            <a:off x="1143000" y="685800"/>
            <a:ext cx="4572000" cy="3429000"/>
          </a:xfrm>
          <a:prstGeom prst="rect">
            <a:avLst/>
          </a:prstGeom>
          <a:ln/>
        </p:spPr>
      </p:sp>
      <p:sp>
        <p:nvSpPr>
          <p:cNvPr id="34819"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4704AA71-C613-6B42-8773-688627DE3311}" type="slidenum">
              <a:rPr lang="en-US" smtClean="0"/>
              <a:pPr/>
              <a:t>46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10" name="Picture 9" descr="WIPRO PPT Design.jpg"/>
          <p:cNvPicPr>
            <a:picLocks noChangeAspect="1"/>
          </p:cNvPicPr>
          <p:nvPr userDrawn="1"/>
        </p:nvPicPr>
        <p:blipFill>
          <a:blip r:embed="rId2"/>
          <a:stretch>
            <a:fillRect/>
          </a:stretch>
        </p:blipFill>
        <p:spPr>
          <a:xfrm>
            <a:off x="5121" y="4471039"/>
            <a:ext cx="9133758" cy="2171061"/>
          </a:xfrm>
          <a:prstGeom prst="rect">
            <a:avLst/>
          </a:prstGeom>
        </p:spPr>
      </p:pic>
      <p:sp>
        <p:nvSpPr>
          <p:cNvPr id="2" name="Title 1"/>
          <p:cNvSpPr>
            <a:spLocks noGrp="1"/>
          </p:cNvSpPr>
          <p:nvPr>
            <p:ph type="ctrTitle" hasCustomPrompt="1"/>
          </p:nvPr>
        </p:nvSpPr>
        <p:spPr>
          <a:xfrm>
            <a:off x="4547710" y="1888845"/>
            <a:ext cx="4142266" cy="1138773"/>
          </a:xfrm>
          <a:noFill/>
        </p:spPr>
        <p:txBody>
          <a:bodyPr wrap="square" rtlCol="0" anchor="b">
            <a:spAutoFit/>
          </a:bodyPr>
          <a:lstStyle>
            <a:lvl1pPr marL="0" algn="l">
              <a:defRPr lang="en-US" sz="3400" baseline="0" dirty="0">
                <a:solidFill>
                  <a:schemeClr val="tx1">
                    <a:lumMod val="65000"/>
                    <a:lumOff val="35000"/>
                  </a:schemeClr>
                </a:solidFill>
                <a:latin typeface="Arial"/>
                <a:ea typeface="+mn-ea"/>
                <a:cs typeface="Arial"/>
              </a:defRPr>
            </a:lvl1pPr>
          </a:lstStyle>
          <a:p>
            <a:pPr marL="0" lvl="0" algn="l"/>
            <a:r>
              <a:rPr lang="en-US" dirty="0" smtClean="0"/>
              <a:t>Operating Systems Overview</a:t>
            </a:r>
            <a:endParaRPr lang="en-US" dirty="0"/>
          </a:p>
        </p:txBody>
      </p:sp>
      <p:sp>
        <p:nvSpPr>
          <p:cNvPr id="3" name="Subtitle 2"/>
          <p:cNvSpPr>
            <a:spLocks noGrp="1"/>
          </p:cNvSpPr>
          <p:nvPr>
            <p:ph type="subTitle" idx="1" hasCustomPrompt="1"/>
          </p:nvPr>
        </p:nvSpPr>
        <p:spPr>
          <a:xfrm>
            <a:off x="4547710" y="3318659"/>
            <a:ext cx="4142266" cy="338554"/>
          </a:xfrm>
          <a:noFill/>
        </p:spPr>
        <p:txBody>
          <a:bodyPr wrap="square" rtlCol="0">
            <a:sp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baseline="0" dirty="0">
                <a:solidFill>
                  <a:schemeClr val="tx1">
                    <a:lumMod val="65000"/>
                    <a:lumOff val="35000"/>
                  </a:schemeClr>
                </a:solidFill>
                <a:latin typeface="Arial"/>
                <a:cs typeface="Aria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dirty="0" smtClean="0"/>
              <a:t>Archana Behl; Consultant</a:t>
            </a:r>
          </a:p>
        </p:txBody>
      </p:sp>
      <p:pic>
        <p:nvPicPr>
          <p:cNvPr id="7" name="Picture 6" descr="Slides Master - 51.jpg"/>
          <p:cNvPicPr>
            <a:picLocks noChangeAspect="1"/>
          </p:cNvPicPr>
          <p:nvPr userDrawn="1"/>
        </p:nvPicPr>
        <p:blipFill>
          <a:blip r:embed="rId3"/>
          <a:stretch>
            <a:fillRect/>
          </a:stretch>
        </p:blipFill>
        <p:spPr>
          <a:xfrm>
            <a:off x="2057402" y="1664833"/>
            <a:ext cx="1872342" cy="2084305"/>
          </a:xfrm>
          <a:prstGeom prst="rect">
            <a:avLst/>
          </a:prstGeom>
        </p:spPr>
      </p:pic>
      <p:cxnSp>
        <p:nvCxnSpPr>
          <p:cNvPr id="9" name="Straight Connector 8"/>
          <p:cNvCxnSpPr/>
          <p:nvPr userDrawn="1"/>
        </p:nvCxnSpPr>
        <p:spPr>
          <a:xfrm rot="5400000">
            <a:off x="2814000" y="2781258"/>
            <a:ext cx="2754000" cy="1588"/>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4688230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5 Points">
    <p:spTree>
      <p:nvGrpSpPr>
        <p:cNvPr id="1" name=""/>
        <p:cNvGrpSpPr/>
        <p:nvPr/>
      </p:nvGrpSpPr>
      <p:grpSpPr>
        <a:xfrm>
          <a:off x="0" y="0"/>
          <a:ext cx="0" cy="0"/>
          <a:chOff x="0" y="0"/>
          <a:chExt cx="0" cy="0"/>
        </a:xfrm>
      </p:grpSpPr>
      <p:sp>
        <p:nvSpPr>
          <p:cNvPr id="11" name="Rectangle 10"/>
          <p:cNvSpPr/>
          <p:nvPr/>
        </p:nvSpPr>
        <p:spPr>
          <a:xfrm>
            <a:off x="458833" y="2260389"/>
            <a:ext cx="317512" cy="8254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461695" y="2504932"/>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2</a:t>
            </a:r>
          </a:p>
        </p:txBody>
      </p:sp>
      <p:sp>
        <p:nvSpPr>
          <p:cNvPr id="15" name="Rectangle 14"/>
          <p:cNvSpPr/>
          <p:nvPr/>
        </p:nvSpPr>
        <p:spPr>
          <a:xfrm>
            <a:off x="458833" y="3304071"/>
            <a:ext cx="317512" cy="8304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461695" y="3526230"/>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000" b="1" dirty="0" smtClean="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3</a:t>
            </a:r>
            <a:endPar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endParaRPr>
          </a:p>
        </p:txBody>
      </p:sp>
      <p:sp>
        <p:nvSpPr>
          <p:cNvPr id="18" name="Rectangle 17"/>
          <p:cNvSpPr/>
          <p:nvPr/>
        </p:nvSpPr>
        <p:spPr>
          <a:xfrm>
            <a:off x="458833" y="1231427"/>
            <a:ext cx="317512" cy="8255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461695" y="1450574"/>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000" b="1" dirty="0" smtClean="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1</a:t>
            </a:r>
            <a:endPar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endParaRPr>
          </a:p>
        </p:txBody>
      </p:sp>
      <p:sp>
        <p:nvSpPr>
          <p:cNvPr id="22" name="Rectangle 21"/>
          <p:cNvSpPr/>
          <p:nvPr/>
        </p:nvSpPr>
        <p:spPr>
          <a:xfrm>
            <a:off x="458833" y="4366624"/>
            <a:ext cx="317512" cy="8304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p:nvSpPr>
        <p:spPr>
          <a:xfrm>
            <a:off x="461695" y="4588783"/>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000" b="1" dirty="0" smtClean="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4</a:t>
            </a:r>
            <a:endPar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endParaRPr>
          </a:p>
        </p:txBody>
      </p:sp>
      <p:sp>
        <p:nvSpPr>
          <p:cNvPr id="26" name="Title 1"/>
          <p:cNvSpPr>
            <a:spLocks noGrp="1"/>
          </p:cNvSpPr>
          <p:nvPr userDrawn="1">
            <p:ph type="ctrTitle" hasCustomPrompt="1"/>
          </p:nvPr>
        </p:nvSpPr>
        <p:spPr>
          <a:xfrm>
            <a:off x="460375" y="145522"/>
            <a:ext cx="8189776" cy="554400"/>
          </a:xfrm>
        </p:spPr>
        <p:txBody>
          <a:bodyPr/>
          <a:lstStyle>
            <a:lvl1pPr>
              <a:defRPr/>
            </a:lvl1pPr>
          </a:lstStyle>
          <a:p>
            <a:r>
              <a:rPr lang="en-US" dirty="0" smtClean="0"/>
              <a:t>Agenda</a:t>
            </a:r>
            <a:endParaRPr lang="en-IN" dirty="0"/>
          </a:p>
        </p:txBody>
      </p:sp>
      <p:sp>
        <p:nvSpPr>
          <p:cNvPr id="39" name="Text Placeholder 38"/>
          <p:cNvSpPr>
            <a:spLocks noGrp="1"/>
          </p:cNvSpPr>
          <p:nvPr>
            <p:ph type="body" sz="quarter" idx="10" hasCustomPrompt="1"/>
          </p:nvPr>
        </p:nvSpPr>
        <p:spPr>
          <a:xfrm>
            <a:off x="1005339" y="1350509"/>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40" name="Text Placeholder 38"/>
          <p:cNvSpPr>
            <a:spLocks noGrp="1"/>
          </p:cNvSpPr>
          <p:nvPr>
            <p:ph type="body" sz="quarter" idx="11" hasCustomPrompt="1"/>
          </p:nvPr>
        </p:nvSpPr>
        <p:spPr>
          <a:xfrm>
            <a:off x="1005339" y="2380789"/>
            <a:ext cx="7010400"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41" name="Text Placeholder 38"/>
          <p:cNvSpPr>
            <a:spLocks noGrp="1"/>
          </p:cNvSpPr>
          <p:nvPr>
            <p:ph type="body" sz="quarter" idx="12" hasCustomPrompt="1"/>
          </p:nvPr>
        </p:nvSpPr>
        <p:spPr>
          <a:xfrm>
            <a:off x="1005339" y="3403153"/>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42" name="Text Placeholder 38"/>
          <p:cNvSpPr>
            <a:spLocks noGrp="1"/>
          </p:cNvSpPr>
          <p:nvPr>
            <p:ph type="body" sz="quarter" idx="13" hasCustomPrompt="1"/>
          </p:nvPr>
        </p:nvSpPr>
        <p:spPr>
          <a:xfrm>
            <a:off x="1005339" y="4462030"/>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Insert text here</a:t>
            </a:r>
          </a:p>
        </p:txBody>
      </p:sp>
      <p:sp>
        <p:nvSpPr>
          <p:cNvPr id="29" name="Rectangle 28"/>
          <p:cNvSpPr/>
          <p:nvPr userDrawn="1"/>
        </p:nvSpPr>
        <p:spPr>
          <a:xfrm>
            <a:off x="458833" y="5408714"/>
            <a:ext cx="317512" cy="830431"/>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29"/>
          <p:cNvSpPr/>
          <p:nvPr userDrawn="1"/>
        </p:nvSpPr>
        <p:spPr>
          <a:xfrm>
            <a:off x="461695" y="5630873"/>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en-US" sz="2000" b="1" dirty="0" smtClean="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5</a:t>
            </a:r>
            <a:endPar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endParaRPr>
          </a:p>
        </p:txBody>
      </p:sp>
      <p:sp>
        <p:nvSpPr>
          <p:cNvPr id="31" name="Text Placeholder 38"/>
          <p:cNvSpPr>
            <a:spLocks noGrp="1"/>
          </p:cNvSpPr>
          <p:nvPr>
            <p:ph type="body" sz="quarter" idx="14" hasCustomPrompt="1"/>
          </p:nvPr>
        </p:nvSpPr>
        <p:spPr>
          <a:xfrm>
            <a:off x="1005339" y="5504120"/>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Insert text here</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Name Here">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 name="Text Placeholder 3"/>
          <p:cNvSpPr>
            <a:spLocks noGrp="1"/>
          </p:cNvSpPr>
          <p:nvPr>
            <p:ph type="body" sz="quarter" idx="11" hasCustomPrompt="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dirty="0" smtClean="0"/>
              <a:t>Section Name Here</a:t>
            </a:r>
          </a:p>
        </p:txBody>
      </p:sp>
      <p:sp>
        <p:nvSpPr>
          <p:cNvPr id="8" name="Text Placeholder 3"/>
          <p:cNvSpPr>
            <a:spLocks noGrp="1"/>
          </p:cNvSpPr>
          <p:nvPr>
            <p:ph type="body" sz="quarter" idx="12" hasCustomPrompt="1"/>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dirty="0" smtClean="0"/>
              <a:t>Who what when where</a:t>
            </a:r>
          </a:p>
        </p:txBody>
      </p:sp>
      <p:pic>
        <p:nvPicPr>
          <p:cNvPr id="7" name="Picture 6" descr="WIPRO PPT Design.jpg"/>
          <p:cNvPicPr>
            <a:picLocks noChangeAspect="1"/>
          </p:cNvPicPr>
          <p:nvPr userDrawn="1"/>
        </p:nvPicPr>
        <p:blipFill>
          <a:blip r:embed="rId2"/>
          <a:stretch>
            <a:fillRect/>
          </a:stretch>
        </p:blipFill>
        <p:spPr>
          <a:xfrm>
            <a:off x="5121" y="4471039"/>
            <a:ext cx="9133758" cy="2171061"/>
          </a:xfrm>
          <a:prstGeom prst="rect">
            <a:avLst/>
          </a:prstGeom>
        </p:spPr>
      </p:pic>
      <p:pic>
        <p:nvPicPr>
          <p:cNvPr id="10" name="Picture 9" descr="Slides Master - 51.jpg"/>
          <p:cNvPicPr>
            <a:picLocks noChangeAspect="1"/>
          </p:cNvPicPr>
          <p:nvPr userDrawn="1"/>
        </p:nvPicPr>
        <p:blipFill>
          <a:blip r:embed="rId3"/>
          <a:stretch>
            <a:fillRect/>
          </a:stretch>
        </p:blipFill>
        <p:spPr>
          <a:xfrm>
            <a:off x="7981685" y="105908"/>
            <a:ext cx="1044840" cy="1163124"/>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ext Layout 1">
    <p:spTree>
      <p:nvGrpSpPr>
        <p:cNvPr id="1" name=""/>
        <p:cNvGrpSpPr/>
        <p:nvPr/>
      </p:nvGrpSpPr>
      <p:grpSpPr>
        <a:xfrm>
          <a:off x="0" y="0"/>
          <a:ext cx="0" cy="0"/>
          <a:chOff x="0" y="0"/>
          <a:chExt cx="0" cy="0"/>
        </a:xfrm>
      </p:grpSpPr>
      <p:sp>
        <p:nvSpPr>
          <p:cNvPr id="5" name="Text Placeholder 14"/>
          <p:cNvSpPr>
            <a:spLocks noGrp="1"/>
          </p:cNvSpPr>
          <p:nvPr>
            <p:ph type="body" sz="quarter" idx="11" hasCustomPrompt="1"/>
          </p:nvPr>
        </p:nvSpPr>
        <p:spPr>
          <a:xfrm>
            <a:off x="460376" y="145140"/>
            <a:ext cx="8229600" cy="553998"/>
          </a:xfrm>
          <a:noFill/>
          <a:ln w="9525">
            <a:noFill/>
            <a:miter lim="800000"/>
            <a:headEnd/>
            <a:tailEnd/>
          </a:ln>
        </p:spPr>
        <p:txBody>
          <a:bodyPr vert="horz" wrap="square" lIns="91440" tIns="45720" rIns="91440" bIns="45720" numCol="1" rtlCol="0" anchor="t" anchorCtr="0" compatLnSpc="1">
            <a:prstTxWarp prst="textNoShape">
              <a:avLst/>
            </a:prstTxWarp>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dirty="0" smtClean="0"/>
              <a:t>Insert Title Here</a:t>
            </a:r>
          </a:p>
        </p:txBody>
      </p:sp>
      <p:sp>
        <p:nvSpPr>
          <p:cNvPr id="7" name="Text Placeholder 5"/>
          <p:cNvSpPr>
            <a:spLocks noGrp="1"/>
          </p:cNvSpPr>
          <p:nvPr>
            <p:ph type="body" sz="quarter" idx="16" hasCustomPrompt="1"/>
          </p:nvPr>
        </p:nvSpPr>
        <p:spPr>
          <a:xfrm>
            <a:off x="457200" y="1360488"/>
            <a:ext cx="8240713" cy="4473575"/>
          </a:xfrm>
        </p:spPr>
        <p:txBody>
          <a:bodyPr/>
          <a:lstStyle>
            <a:lvl1pPr>
              <a:buClr>
                <a:srgbClr val="0070C0"/>
              </a:buClr>
              <a:defRPr sz="220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IN" dirty="0" smtClean="0"/>
              <a:t>Please use bullet points on this slide when the content is heavy break it up into highlights, don’t use paragraphs of text</a:t>
            </a:r>
            <a:endParaRPr lang="en-US" dirty="0" smtClean="0"/>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with 2 lists">
    <p:spTree>
      <p:nvGrpSpPr>
        <p:cNvPr id="1" name=""/>
        <p:cNvGrpSpPr/>
        <p:nvPr/>
      </p:nvGrpSpPr>
      <p:grpSpPr>
        <a:xfrm>
          <a:off x="0" y="0"/>
          <a:ext cx="0" cy="0"/>
          <a:chOff x="0" y="0"/>
          <a:chExt cx="0" cy="0"/>
        </a:xfrm>
      </p:grpSpPr>
      <p:sp>
        <p:nvSpPr>
          <p:cNvPr id="9" name="Rectangle 8"/>
          <p:cNvSpPr/>
          <p:nvPr userDrawn="1"/>
        </p:nvSpPr>
        <p:spPr>
          <a:xfrm>
            <a:off x="751112" y="2394858"/>
            <a:ext cx="3624943" cy="631371"/>
          </a:xfrm>
          <a:prstGeom prst="rect">
            <a:avLst/>
          </a:prstGeom>
          <a:solidFill>
            <a:srgbClr val="0070C0"/>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lvl="1" indent="0" algn="l" defTabSz="457200" rtl="0" eaLnBrk="1" latinLnBrk="0" hangingPunct="1">
              <a:spcBef>
                <a:spcPts val="0"/>
              </a:spcBef>
              <a:buFont typeface="Arial"/>
              <a:buNone/>
            </a:pPr>
            <a:endParaRPr kumimoji="0" lang="en-IN" sz="2600" b="0" i="0" u="none" strike="noStrike" kern="1200" cap="none" spc="0" normalizeH="0" baseline="0" noProof="0" dirty="0" smtClean="0">
              <a:ln>
                <a:noFill/>
              </a:ln>
              <a:solidFill>
                <a:schemeClr val="bg1"/>
              </a:solidFill>
              <a:effectLst/>
              <a:uLnTx/>
              <a:uFillTx/>
              <a:latin typeface="+mj-lt"/>
              <a:ea typeface="+mn-ea"/>
              <a:cs typeface="+mn-cs"/>
            </a:endParaRPr>
          </a:p>
        </p:txBody>
      </p:sp>
      <p:sp>
        <p:nvSpPr>
          <p:cNvPr id="19" name="Text Placeholder 17"/>
          <p:cNvSpPr>
            <a:spLocks noGrp="1"/>
          </p:cNvSpPr>
          <p:nvPr>
            <p:ph type="body" sz="quarter" idx="21" hasCustomPrompt="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dirty="0" smtClean="0"/>
              <a:t>Insert Text</a:t>
            </a:r>
          </a:p>
          <a:p>
            <a:pPr lvl="0"/>
            <a:r>
              <a:rPr lang="en-US" dirty="0" smtClean="0"/>
              <a:t>Insert Text</a:t>
            </a:r>
          </a:p>
          <a:p>
            <a:pPr lvl="0"/>
            <a:r>
              <a:rPr lang="en-US" dirty="0" smtClean="0"/>
              <a:t>Insert Text</a:t>
            </a:r>
          </a:p>
          <a:p>
            <a:pPr lvl="0"/>
            <a:r>
              <a:rPr lang="en-US" dirty="0" smtClean="0"/>
              <a:t>Insert Text</a:t>
            </a:r>
          </a:p>
          <a:p>
            <a:pPr marL="231775" marR="0" lvl="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a:pPr>
            <a:r>
              <a:rPr lang="en-US" dirty="0" smtClean="0"/>
              <a:t>Insert Text</a:t>
            </a:r>
          </a:p>
          <a:p>
            <a:pPr marL="231775" marR="0" lvl="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a:pPr>
            <a:r>
              <a:rPr lang="en-US" dirty="0" smtClean="0"/>
              <a:t>Insert Text</a:t>
            </a:r>
          </a:p>
          <a:p>
            <a:pPr lvl="0"/>
            <a:endParaRPr lang="en-US" dirty="0" smtClean="0"/>
          </a:p>
        </p:txBody>
      </p:sp>
      <p:sp>
        <p:nvSpPr>
          <p:cNvPr id="21" name="Text Placeholder 15"/>
          <p:cNvSpPr>
            <a:spLocks noGrp="1"/>
          </p:cNvSpPr>
          <p:nvPr>
            <p:ph type="body" sz="quarter" idx="22" hasCustomPrompt="1"/>
          </p:nvPr>
        </p:nvSpPr>
        <p:spPr>
          <a:xfrm>
            <a:off x="729340" y="2384652"/>
            <a:ext cx="3679372" cy="663575"/>
          </a:xfrm>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dirty="0" smtClean="0"/>
              <a:t>Column 1</a:t>
            </a:r>
            <a:endParaRPr lang="en-IN" dirty="0"/>
          </a:p>
        </p:txBody>
      </p:sp>
      <p:sp>
        <p:nvSpPr>
          <p:cNvPr id="25" name="Rectangle 24"/>
          <p:cNvSpPr/>
          <p:nvPr userDrawn="1"/>
        </p:nvSpPr>
        <p:spPr>
          <a:xfrm>
            <a:off x="4751389" y="2394858"/>
            <a:ext cx="3624943" cy="631371"/>
          </a:xfrm>
          <a:prstGeom prst="rect">
            <a:avLst/>
          </a:prstGeom>
          <a:solidFill>
            <a:srgbClr val="0070C0"/>
          </a:solidFill>
          <a:effectLst/>
        </p:spPr>
        <p:style>
          <a:lnRef idx="1">
            <a:schemeClr val="accent1"/>
          </a:lnRef>
          <a:fillRef idx="3">
            <a:schemeClr val="accent1"/>
          </a:fillRef>
          <a:effectRef idx="2">
            <a:schemeClr val="accent1"/>
          </a:effectRef>
          <a:fontRef idx="minor">
            <a:schemeClr val="lt1"/>
          </a:fontRef>
        </p:style>
        <p:txBody>
          <a:bodyPr rtlCol="0" anchor="ctr"/>
          <a:lstStyle/>
          <a:p>
            <a:pPr marL="0" lvl="1" indent="0" algn="l" defTabSz="457200" rtl="0" eaLnBrk="1" latinLnBrk="0" hangingPunct="1">
              <a:spcBef>
                <a:spcPts val="0"/>
              </a:spcBef>
              <a:buFont typeface="Arial"/>
              <a:buNone/>
            </a:pPr>
            <a:endParaRPr kumimoji="0" lang="en-IN" sz="2600" b="0" i="0" u="none" strike="noStrike" kern="1200" cap="none" spc="0" normalizeH="0" baseline="0" noProof="0" dirty="0" smtClean="0">
              <a:ln>
                <a:noFill/>
              </a:ln>
              <a:solidFill>
                <a:schemeClr val="bg1"/>
              </a:solidFill>
              <a:effectLst/>
              <a:uLnTx/>
              <a:uFillTx/>
              <a:latin typeface="+mj-lt"/>
              <a:ea typeface="+mn-ea"/>
              <a:cs typeface="+mn-cs"/>
            </a:endParaRPr>
          </a:p>
        </p:txBody>
      </p:sp>
      <p:sp>
        <p:nvSpPr>
          <p:cNvPr id="26" name="Text Placeholder 17"/>
          <p:cNvSpPr>
            <a:spLocks noGrp="1"/>
          </p:cNvSpPr>
          <p:nvPr>
            <p:ph type="body" sz="quarter" idx="23" hasCustomPrompt="1"/>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dirty="0" smtClean="0"/>
              <a:t>Insert Text</a:t>
            </a:r>
          </a:p>
          <a:p>
            <a:pPr lvl="0"/>
            <a:r>
              <a:rPr lang="en-US" dirty="0" smtClean="0"/>
              <a:t>Insert Text</a:t>
            </a:r>
          </a:p>
          <a:p>
            <a:pPr lvl="0"/>
            <a:r>
              <a:rPr lang="en-US" dirty="0" smtClean="0"/>
              <a:t>Insert Text</a:t>
            </a:r>
          </a:p>
          <a:p>
            <a:pPr lvl="0"/>
            <a:r>
              <a:rPr lang="en-US" dirty="0" smtClean="0"/>
              <a:t>Insert Text</a:t>
            </a:r>
          </a:p>
          <a:p>
            <a:pPr marL="231775" marR="0" lvl="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a:pPr>
            <a:r>
              <a:rPr lang="en-US" dirty="0" smtClean="0"/>
              <a:t>Insert Text</a:t>
            </a:r>
          </a:p>
          <a:p>
            <a:pPr marL="231775" marR="0" lvl="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a:pPr>
            <a:r>
              <a:rPr lang="en-US" dirty="0" smtClean="0"/>
              <a:t>Insert Text</a:t>
            </a:r>
          </a:p>
          <a:p>
            <a:pPr lvl="0"/>
            <a:endParaRPr lang="en-US" dirty="0" smtClean="0"/>
          </a:p>
        </p:txBody>
      </p:sp>
      <p:sp>
        <p:nvSpPr>
          <p:cNvPr id="27" name="Text Placeholder 15"/>
          <p:cNvSpPr>
            <a:spLocks noGrp="1"/>
          </p:cNvSpPr>
          <p:nvPr>
            <p:ph type="body" sz="quarter" idx="24" hasCustomPrompt="1"/>
          </p:nvPr>
        </p:nvSpPr>
        <p:spPr>
          <a:xfrm>
            <a:off x="4729617" y="2384652"/>
            <a:ext cx="3679372" cy="663575"/>
          </a:xfrm>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dirty="0" smtClean="0"/>
              <a:t>Column 2</a:t>
            </a:r>
            <a:endParaRPr lang="en-IN" dirty="0"/>
          </a:p>
        </p:txBody>
      </p:sp>
      <p:sp>
        <p:nvSpPr>
          <p:cNvPr id="10" name="Text Placeholder 14"/>
          <p:cNvSpPr>
            <a:spLocks noGrp="1"/>
          </p:cNvSpPr>
          <p:nvPr>
            <p:ph type="body" sz="quarter" idx="11" hasCustomPrompt="1"/>
          </p:nvPr>
        </p:nvSpPr>
        <p:spPr>
          <a:xfrm>
            <a:off x="460376" y="145140"/>
            <a:ext cx="8229600" cy="553998"/>
          </a:xfrm>
          <a:noFill/>
          <a:ln w="9525">
            <a:noFill/>
            <a:miter lim="800000"/>
            <a:headEnd/>
            <a:tailEnd/>
          </a:ln>
        </p:spPr>
        <p:txBody>
          <a:bodyPr vert="horz" wrap="square" lIns="91440" tIns="45720" rIns="91440" bIns="45720" numCol="1" rtlCol="0" anchor="t" anchorCtr="0" compatLnSpc="1">
            <a:prstTxWarp prst="textNoShape">
              <a:avLst/>
            </a:prstTxWarp>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dirty="0" smtClean="0"/>
              <a:t>Slide with two columns and a title</a:t>
            </a:r>
          </a:p>
        </p:txBody>
      </p:sp>
      <p:sp>
        <p:nvSpPr>
          <p:cNvPr id="7" name="Text Placeholder 18"/>
          <p:cNvSpPr>
            <a:spLocks noGrp="1"/>
          </p:cNvSpPr>
          <p:nvPr>
            <p:ph type="body" sz="quarter" idx="14" hasCustomPrompt="1"/>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INSERT COLUMN HEADING HERE</a:t>
            </a:r>
            <a:endParaRPr lang="en-IN"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Layout 1">
    <p:spTree>
      <p:nvGrpSpPr>
        <p:cNvPr id="1" name=""/>
        <p:cNvGrpSpPr/>
        <p:nvPr/>
      </p:nvGrpSpPr>
      <p:grpSpPr>
        <a:xfrm>
          <a:off x="0" y="0"/>
          <a:ext cx="0" cy="0"/>
          <a:chOff x="0" y="0"/>
          <a:chExt cx="0" cy="0"/>
        </a:xfrm>
      </p:grpSpPr>
      <p:sp>
        <p:nvSpPr>
          <p:cNvPr id="43" name="Text Placeholder 42"/>
          <p:cNvSpPr>
            <a:spLocks noGrp="1"/>
          </p:cNvSpPr>
          <p:nvPr>
            <p:ph type="body" sz="quarter" idx="15" hasCustomPrompt="1"/>
          </p:nvPr>
        </p:nvSpPr>
        <p:spPr>
          <a:xfrm>
            <a:off x="465138" y="1363889"/>
            <a:ext cx="8224837" cy="4456339"/>
          </a:xfrm>
        </p:spPr>
        <p:txBody>
          <a:bodyPr>
            <a:noAutofit/>
          </a:bodyPr>
          <a:lstStyle>
            <a:lvl1pPr marL="381000" indent="-381000" algn="l" defTabSz="457200" rtl="0" eaLnBrk="1" latinLnBrk="0" hangingPunct="1">
              <a:spcBef>
                <a:spcPct val="20000"/>
              </a:spcBef>
              <a:buClr>
                <a:srgbClr val="0070C0"/>
              </a:buClr>
              <a:buFont typeface="Arial" pitchFamily="34" charset="0"/>
              <a:buChar char="•"/>
              <a:tabLst>
                <a:tab pos="358775" algn="l"/>
              </a:tabLst>
              <a:defRPr baseline="0"/>
            </a:lvl1pPr>
            <a:lvl2pPr marL="0" indent="0" algn="l" defTabSz="457200" rtl="0" eaLnBrk="1" latinLnBrk="0" hangingPunct="1">
              <a:spcBef>
                <a:spcPct val="20000"/>
              </a:spcBef>
              <a:buFont typeface="Arial"/>
              <a:buNone/>
              <a:defRPr kumimoji="0" lang="en-US" sz="1600" b="0" i="0" u="none" strike="noStrike" kern="1200" cap="none" spc="0" normalizeH="0" baseline="0" noProof="0" dirty="0" smtClean="0">
                <a:ln>
                  <a:noFill/>
                </a:ln>
                <a:solidFill>
                  <a:srgbClr val="595959"/>
                </a:solidFill>
                <a:effectLst/>
                <a:uLnTx/>
                <a:uFillTx/>
                <a:latin typeface="+mn-lt"/>
                <a:ea typeface="+mn-ea"/>
                <a:cs typeface="Arial"/>
              </a:defRPr>
            </a:lvl2pPr>
            <a:lvl3pPr marL="0" indent="0" algn="l" defTabSz="457200" rtl="0" eaLnBrk="1" latinLnBrk="0" hangingPunct="1">
              <a:spcBef>
                <a:spcPct val="20000"/>
              </a:spcBef>
              <a:buFont typeface="Arial"/>
              <a:buNone/>
              <a:defRPr kumimoji="0" lang="en-US" sz="1600" b="0" i="0" u="none" strike="noStrike" kern="1200" cap="none" spc="0" normalizeH="0" baseline="0" noProof="0" dirty="0" smtClean="0">
                <a:ln>
                  <a:noFill/>
                </a:ln>
                <a:solidFill>
                  <a:srgbClr val="595959"/>
                </a:solidFill>
                <a:effectLst/>
                <a:uLnTx/>
                <a:uFillTx/>
                <a:latin typeface="+mn-lt"/>
                <a:ea typeface="+mn-ea"/>
                <a:cs typeface="Arial"/>
              </a:defRPr>
            </a:lvl3pPr>
            <a:lvl4pPr marL="0" indent="0" algn="l" defTabSz="457200" rtl="0" eaLnBrk="1" latinLnBrk="0" hangingPunct="1">
              <a:spcBef>
                <a:spcPct val="20000"/>
              </a:spcBef>
              <a:buFont typeface="Arial"/>
              <a:buNone/>
              <a:defRPr kumimoji="0" lang="en-US" sz="1600" b="0" i="0" u="none" strike="noStrike" kern="1200" cap="none" spc="0" normalizeH="0" baseline="0" noProof="0" dirty="0" smtClean="0">
                <a:ln>
                  <a:noFill/>
                </a:ln>
                <a:solidFill>
                  <a:srgbClr val="595959"/>
                </a:solidFill>
                <a:effectLst/>
                <a:uLnTx/>
                <a:uFillTx/>
                <a:latin typeface="+mn-lt"/>
                <a:ea typeface="+mn-ea"/>
                <a:cs typeface="Arial"/>
              </a:defRPr>
            </a:lvl4pPr>
            <a:lvl5pPr marL="0" indent="0" algn="l" defTabSz="457200" rtl="0" eaLnBrk="1" latinLnBrk="0" hangingPunct="1">
              <a:spcBef>
                <a:spcPct val="20000"/>
              </a:spcBef>
              <a:buFont typeface="Arial"/>
              <a:buNone/>
              <a:defRPr kumimoji="0" lang="en-IN" sz="1600" b="0" i="0" u="none" strike="noStrike" kern="1200" cap="none" spc="0" normalizeH="0" baseline="0" noProof="0" dirty="0" smtClean="0">
                <a:ln>
                  <a:noFill/>
                </a:ln>
                <a:solidFill>
                  <a:srgbClr val="595959"/>
                </a:solidFill>
                <a:effectLst/>
                <a:uLnTx/>
                <a:uFillTx/>
                <a:latin typeface="+mn-lt"/>
                <a:ea typeface="+mn-ea"/>
                <a:cs typeface="Arial"/>
              </a:defRPr>
            </a:lvl5pPr>
          </a:lstStyle>
          <a:p>
            <a:pPr marL="0" indent="0">
              <a:buNone/>
            </a:pPr>
            <a:r>
              <a:rPr lang="en-IN" dirty="0" smtClean="0"/>
              <a:t>Please use bullet points on this slide when the content is heavy break it up into highlights, don’t use paragraphs of text</a:t>
            </a:r>
            <a:r>
              <a:rPr lang="en-US" sz="1600" b="1" dirty="0" smtClean="0">
                <a:solidFill>
                  <a:srgbClr val="595959"/>
                </a:solidFill>
              </a:rPr>
              <a:t/>
            </a:r>
            <a:br>
              <a:rPr lang="en-US" sz="1600" b="1" dirty="0" smtClean="0">
                <a:solidFill>
                  <a:srgbClr val="595959"/>
                </a:solidFill>
              </a:rPr>
            </a:br>
            <a:r>
              <a:rPr lang="en-US" sz="1600" b="1" dirty="0" smtClean="0">
                <a:solidFill>
                  <a:srgbClr val="595959"/>
                </a:solidFill>
              </a:rPr>
              <a:t/>
            </a:r>
            <a:br>
              <a:rPr lang="en-US" sz="1600" b="1" dirty="0" smtClean="0">
                <a:solidFill>
                  <a:srgbClr val="595959"/>
                </a:solidFill>
              </a:rPr>
            </a:br>
            <a:r>
              <a:rPr lang="en-US" sz="1600" b="1" dirty="0" smtClean="0">
                <a:solidFill>
                  <a:srgbClr val="595959"/>
                </a:solidFill>
              </a:rPr>
              <a:t>Use this format for text heavy slides. </a:t>
            </a:r>
            <a:r>
              <a:rPr lang="en-US" sz="1600" dirty="0" smtClean="0">
                <a:solidFill>
                  <a:srgbClr val="595959"/>
                </a:solidFill>
              </a:rPr>
              <a:t>Making the first sentence bold helps to separate points and save room. </a:t>
            </a:r>
          </a:p>
        </p:txBody>
      </p:sp>
      <p:sp>
        <p:nvSpPr>
          <p:cNvPr id="5" name="Text Placeholder 14"/>
          <p:cNvSpPr>
            <a:spLocks noGrp="1"/>
          </p:cNvSpPr>
          <p:nvPr>
            <p:ph type="body" sz="quarter" idx="11" hasCustomPrompt="1"/>
          </p:nvPr>
        </p:nvSpPr>
        <p:spPr>
          <a:xfrm>
            <a:off x="460376" y="145140"/>
            <a:ext cx="8229600" cy="553998"/>
          </a:xfrm>
          <a:noFill/>
          <a:ln w="9525">
            <a:noFill/>
            <a:miter lim="800000"/>
            <a:headEnd/>
            <a:tailEnd/>
          </a:ln>
        </p:spPr>
        <p:txBody>
          <a:bodyPr vert="horz" wrap="square" lIns="91440" tIns="45720" rIns="91440" bIns="45720" numCol="1" rtlCol="0" anchor="t" anchorCtr="0" compatLnSpc="1">
            <a:prstTxWarp prst="textNoShape">
              <a:avLst/>
            </a:prstTxWarp>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dirty="0" smtClean="0"/>
              <a:t>Insert Title Here</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Layout">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957943"/>
            <a:ext cx="9144000" cy="5442858"/>
          </a:xfrm>
        </p:spPr>
        <p:txBody>
          <a:bodyPr anchor="ctr">
            <a:normAutofit/>
          </a:bodyPr>
          <a:lstStyle>
            <a:lvl1pPr algn="ctr">
              <a:buNone/>
              <a:defRPr sz="5400" baseline="0"/>
            </a:lvl1pPr>
          </a:lstStyle>
          <a:p>
            <a:r>
              <a:rPr lang="en-US" dirty="0" smtClean="0"/>
              <a:t>Click Icon to Add Picture</a:t>
            </a:r>
            <a:endParaRPr lang="en-IN" dirty="0"/>
          </a:p>
        </p:txBody>
      </p:sp>
      <p:sp>
        <p:nvSpPr>
          <p:cNvPr id="8" name="Text Placeholder 5"/>
          <p:cNvSpPr>
            <a:spLocks noGrp="1"/>
          </p:cNvSpPr>
          <p:nvPr>
            <p:ph type="body" sz="quarter" idx="11" hasCustomPrompt="1"/>
          </p:nvPr>
        </p:nvSpPr>
        <p:spPr>
          <a:xfrm>
            <a:off x="0" y="4517571"/>
            <a:ext cx="9144000" cy="1110343"/>
          </a:xfrm>
          <a:solidFill>
            <a:schemeClr val="accent6">
              <a:lumMod val="40000"/>
              <a:lumOff val="60000"/>
              <a:alpha val="75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dirty="0" smtClean="0"/>
              <a:t>Insert Text Here</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with Paragarp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8140" y="140511"/>
            <a:ext cx="8229600" cy="553998"/>
          </a:xfrm>
        </p:spPr>
        <p:txBody>
          <a:bodyPr/>
          <a:lstStyle>
            <a:lvl1pPr>
              <a:defRPr/>
            </a:lvl1pPr>
          </a:lstStyle>
          <a:p>
            <a:r>
              <a:rPr lang="en-US" dirty="0" smtClean="0"/>
              <a:t>Vertical image with paragraph text</a:t>
            </a:r>
            <a:endParaRPr lang="en-IN" dirty="0"/>
          </a:p>
        </p:txBody>
      </p:sp>
      <p:sp>
        <p:nvSpPr>
          <p:cNvPr id="10" name="Picture Placeholder 8"/>
          <p:cNvSpPr>
            <a:spLocks noGrp="1"/>
          </p:cNvSpPr>
          <p:nvPr>
            <p:ph type="pic" sz="quarter" idx="10"/>
          </p:nvPr>
        </p:nvSpPr>
        <p:spPr>
          <a:xfrm>
            <a:off x="448140" y="1208314"/>
            <a:ext cx="4417774" cy="5046436"/>
          </a:xfrm>
        </p:spPr>
        <p:txBody>
          <a:bodyPr/>
          <a:lstStyle>
            <a:lvl1pPr>
              <a:buNone/>
              <a:defRPr/>
            </a:lvl1pPr>
          </a:lstStyle>
          <a:p>
            <a:endParaRPr lang="en-IN" dirty="0"/>
          </a:p>
        </p:txBody>
      </p:sp>
      <p:sp>
        <p:nvSpPr>
          <p:cNvPr id="13" name="Text Placeholder 11"/>
          <p:cNvSpPr>
            <a:spLocks noGrp="1"/>
          </p:cNvSpPr>
          <p:nvPr>
            <p:ph type="body" sz="quarter" idx="11" hasCustomPrompt="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marL="0" indent="0">
              <a:buNone/>
            </a:pPr>
            <a:r>
              <a:rPr lang="en-US" dirty="0" smtClean="0">
                <a:solidFill>
                  <a:schemeClr val="tx1">
                    <a:lumMod val="65000"/>
                    <a:lumOff val="35000"/>
                  </a:schemeClr>
                </a:solidFill>
                <a:latin typeface="Arial"/>
                <a:cs typeface="Arial"/>
              </a:rPr>
              <a:t>This vertical image should be aligned left and centered vertically on the slide. Paragraph text should be centered vertically to </a:t>
            </a:r>
            <a:r>
              <a:rPr lang="en-US" dirty="0" smtClean="0">
                <a:solidFill>
                  <a:schemeClr val="tx1">
                    <a:lumMod val="65000"/>
                    <a:lumOff val="35000"/>
                  </a:schemeClr>
                </a:solidFill>
                <a:cs typeface="Arial"/>
              </a:rPr>
              <a:t>the image. Insert Text </a:t>
            </a:r>
            <a:r>
              <a:rPr lang="en-US" dirty="0" err="1" smtClean="0">
                <a:solidFill>
                  <a:schemeClr val="tx1">
                    <a:lumMod val="65000"/>
                    <a:lumOff val="35000"/>
                  </a:schemeClr>
                </a:solidFill>
                <a:cs typeface="Arial"/>
              </a:rPr>
              <a:t>Here.</a:t>
            </a:r>
            <a:r>
              <a:rPr lang="en-US" dirty="0" smtClean="0">
                <a:solidFill>
                  <a:schemeClr val="tx1">
                    <a:lumMod val="65000"/>
                    <a:lumOff val="35000"/>
                  </a:schemeClr>
                </a:solidFill>
                <a:cs typeface="Arial"/>
              </a:rPr>
              <a:t> Keep text as minimal as possible.</a:t>
            </a:r>
            <a:endParaRPr lang="en-US" dirty="0" smtClean="0">
              <a:solidFill>
                <a:schemeClr val="tx1">
                  <a:lumMod val="65000"/>
                  <a:lumOff val="35000"/>
                </a:schemeClr>
              </a:solidFill>
              <a:latin typeface="Arial"/>
              <a:cs typeface="Arial"/>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with Bullet Points">
    <p:spTree>
      <p:nvGrpSpPr>
        <p:cNvPr id="1" name=""/>
        <p:cNvGrpSpPr/>
        <p:nvPr/>
      </p:nvGrpSpPr>
      <p:grpSpPr>
        <a:xfrm>
          <a:off x="0" y="0"/>
          <a:ext cx="0" cy="0"/>
          <a:chOff x="0" y="0"/>
          <a:chExt cx="0" cy="0"/>
        </a:xfrm>
      </p:grpSpPr>
      <p:sp>
        <p:nvSpPr>
          <p:cNvPr id="7" name="Text Placeholder 6"/>
          <p:cNvSpPr>
            <a:spLocks noGrp="1"/>
          </p:cNvSpPr>
          <p:nvPr>
            <p:ph type="body" sz="quarter" idx="11" hasCustomPrompt="1"/>
          </p:nvPr>
        </p:nvSpPr>
        <p:spPr>
          <a:xfrm>
            <a:off x="5173663" y="2204017"/>
            <a:ext cx="3516312" cy="3055030"/>
          </a:xfrm>
        </p:spPr>
        <p:txBody>
          <a:bodyPr/>
          <a:lstStyle>
            <a:lvl1pPr>
              <a:buClr>
                <a:srgbClr val="0070C0"/>
              </a:buClr>
              <a:buFont typeface="Arial" pitchFamily="34" charset="0"/>
              <a:buChar char="•"/>
              <a:defRPr/>
            </a:lvl1pPr>
          </a:lstStyle>
          <a:p>
            <a:r>
              <a:rPr lang="en-US" dirty="0" smtClean="0">
                <a:solidFill>
                  <a:schemeClr val="tx1">
                    <a:lumMod val="65000"/>
                    <a:lumOff val="35000"/>
                  </a:schemeClr>
                </a:solidFill>
                <a:cs typeface="Arial"/>
              </a:rPr>
              <a:t>This vertical image should be aligned left and centered vertically on the slide. </a:t>
            </a:r>
            <a:br>
              <a:rPr lang="en-US" dirty="0" smtClean="0">
                <a:solidFill>
                  <a:schemeClr val="tx1">
                    <a:lumMod val="65000"/>
                    <a:lumOff val="35000"/>
                  </a:schemeClr>
                </a:solidFill>
                <a:cs typeface="Arial"/>
              </a:rPr>
            </a:br>
            <a:r>
              <a:rPr lang="en-US" dirty="0" smtClean="0">
                <a:solidFill>
                  <a:schemeClr val="tx1">
                    <a:lumMod val="65000"/>
                    <a:lumOff val="35000"/>
                  </a:schemeClr>
                </a:solidFill>
                <a:cs typeface="Arial"/>
              </a:rPr>
              <a:t/>
            </a:r>
            <a:br>
              <a:rPr lang="en-US" dirty="0" smtClean="0">
                <a:solidFill>
                  <a:schemeClr val="tx1">
                    <a:lumMod val="65000"/>
                    <a:lumOff val="35000"/>
                  </a:schemeClr>
                </a:solidFill>
                <a:cs typeface="Arial"/>
              </a:rPr>
            </a:br>
            <a:r>
              <a:rPr lang="en-US" dirty="0" smtClean="0">
                <a:solidFill>
                  <a:schemeClr val="tx1">
                    <a:lumMod val="65000"/>
                    <a:lumOff val="35000"/>
                  </a:schemeClr>
                </a:solidFill>
                <a:cs typeface="Arial"/>
              </a:rPr>
              <a:t>This vertical image should be aligned left and centered vertically on the slide. </a:t>
            </a:r>
          </a:p>
        </p:txBody>
      </p:sp>
      <p:sp>
        <p:nvSpPr>
          <p:cNvPr id="5" name="Picture Placeholder 8"/>
          <p:cNvSpPr>
            <a:spLocks noGrp="1"/>
          </p:cNvSpPr>
          <p:nvPr>
            <p:ph type="pic" sz="quarter" idx="10"/>
          </p:nvPr>
        </p:nvSpPr>
        <p:spPr>
          <a:xfrm>
            <a:off x="448140" y="1208314"/>
            <a:ext cx="4417774" cy="5046436"/>
          </a:xfrm>
        </p:spPr>
        <p:txBody>
          <a:bodyPr/>
          <a:lstStyle>
            <a:lvl1pPr>
              <a:buNone/>
              <a:defRPr/>
            </a:lvl1pPr>
          </a:lstStyle>
          <a:p>
            <a:endParaRPr lang="en-IN" dirty="0"/>
          </a:p>
        </p:txBody>
      </p:sp>
      <p:sp>
        <p:nvSpPr>
          <p:cNvPr id="8" name="Title 1"/>
          <p:cNvSpPr>
            <a:spLocks noGrp="1"/>
          </p:cNvSpPr>
          <p:nvPr>
            <p:ph type="title" hasCustomPrompt="1"/>
          </p:nvPr>
        </p:nvSpPr>
        <p:spPr>
          <a:xfrm>
            <a:off x="448140" y="140511"/>
            <a:ext cx="8229600" cy="553998"/>
          </a:xfrm>
        </p:spPr>
        <p:txBody>
          <a:bodyPr/>
          <a:lstStyle>
            <a:lvl1pPr>
              <a:defRPr/>
            </a:lvl1pPr>
          </a:lstStyle>
          <a:p>
            <a:r>
              <a:rPr lang="en-US" dirty="0" smtClean="0"/>
              <a:t>Vertical image with bullet points</a:t>
            </a:r>
            <a:endParaRPr lang="en-IN"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rizonatal image with p tex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marL="0" marR="0" lvl="0" indent="0" defTabSz="457200" rtl="0" eaLnBrk="1" fontAlgn="auto" latinLnBrk="0" hangingPunct="1">
              <a:lnSpc>
                <a:spcPct val="100000"/>
              </a:lnSpc>
              <a:spcBef>
                <a:spcPct val="0"/>
              </a:spcBef>
              <a:spcAft>
                <a:spcPts val="0"/>
              </a:spcAft>
              <a:tabLst/>
              <a:defRPr/>
            </a:pPr>
            <a:r>
              <a:rPr kumimoji="0" lang="en-US" sz="3000" b="1" i="0" u="none" strike="noStrike" kern="1200" cap="none" spc="0" normalizeH="0" baseline="0" noProof="0" dirty="0" smtClean="0">
                <a:ln>
                  <a:noFill/>
                </a:ln>
                <a:solidFill>
                  <a:schemeClr val="tx1">
                    <a:lumMod val="65000"/>
                    <a:lumOff val="35000"/>
                  </a:schemeClr>
                </a:solidFill>
                <a:effectLst/>
                <a:uLnTx/>
                <a:uFillTx/>
                <a:latin typeface="+mj-lt"/>
                <a:ea typeface="+mn-ea"/>
                <a:cs typeface="Arial"/>
              </a:rPr>
              <a:t>Horizontal image with paragraph text</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10" name="Picture Placeholder 8"/>
          <p:cNvSpPr>
            <a:spLocks noGrp="1"/>
          </p:cNvSpPr>
          <p:nvPr>
            <p:ph type="pic" sz="quarter" idx="10"/>
          </p:nvPr>
        </p:nvSpPr>
        <p:spPr>
          <a:xfrm>
            <a:off x="460376" y="1103313"/>
            <a:ext cx="8229600" cy="3149600"/>
          </a:xfrm>
        </p:spPr>
        <p:txBody>
          <a:bodyPr/>
          <a:lstStyle>
            <a:lvl1pPr>
              <a:buNone/>
              <a:defRPr/>
            </a:lvl1pPr>
          </a:lstStyle>
          <a:p>
            <a:endParaRPr lang="en-IN" dirty="0"/>
          </a:p>
        </p:txBody>
      </p:sp>
      <p:sp>
        <p:nvSpPr>
          <p:cNvPr id="12" name="Text Placeholder 11"/>
          <p:cNvSpPr>
            <a:spLocks noGrp="1"/>
          </p:cNvSpPr>
          <p:nvPr>
            <p:ph type="body" sz="quarter" idx="11" hasCustomPrompt="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IN" dirty="0" smtClean="0"/>
              <a:t>Paragraph text should be left aligned. Adjust the height of this text box when needed. Make sure this box is </a:t>
            </a:r>
            <a:r>
              <a:rPr lang="en-IN" dirty="0" err="1" smtClean="0"/>
              <a:t>centered</a:t>
            </a:r>
            <a:r>
              <a:rPr lang="en-IN" dirty="0" smtClean="0"/>
              <a:t> horizontally on the page and to the image. 20 </a:t>
            </a:r>
            <a:r>
              <a:rPr lang="en-IN" dirty="0" err="1" smtClean="0"/>
              <a:t>pt</a:t>
            </a:r>
            <a:r>
              <a:rPr lang="en-IN" dirty="0" smtClean="0"/>
              <a:t> text should be used. Keep text as minimal as possible.</a:t>
            </a: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orizonatal image with Bullet Points">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marL="0" marR="0" lvl="0" indent="0" defTabSz="457200" rtl="0" eaLnBrk="1" fontAlgn="auto" latinLnBrk="0" hangingPunct="1">
              <a:lnSpc>
                <a:spcPct val="100000"/>
              </a:lnSpc>
              <a:spcBef>
                <a:spcPct val="0"/>
              </a:spcBef>
              <a:spcAft>
                <a:spcPts val="0"/>
              </a:spcAft>
              <a:tabLst/>
              <a:defRPr/>
            </a:pPr>
            <a:r>
              <a:rPr kumimoji="0" lang="en-US" sz="3000" b="1" i="0" u="none" strike="noStrike" kern="1200" cap="none" spc="0" normalizeH="0" baseline="0" noProof="0" dirty="0" smtClean="0">
                <a:ln>
                  <a:noFill/>
                </a:ln>
                <a:solidFill>
                  <a:schemeClr val="tx1">
                    <a:lumMod val="65000"/>
                    <a:lumOff val="35000"/>
                  </a:schemeClr>
                </a:solidFill>
                <a:effectLst/>
                <a:uLnTx/>
                <a:uFillTx/>
                <a:latin typeface="+mj-lt"/>
                <a:ea typeface="+mn-ea"/>
                <a:cs typeface="Arial"/>
              </a:rPr>
              <a:t>Horizontal image with bullet points</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10" name="Picture Placeholder 8"/>
          <p:cNvSpPr>
            <a:spLocks noGrp="1"/>
          </p:cNvSpPr>
          <p:nvPr>
            <p:ph type="pic" sz="quarter" idx="10"/>
          </p:nvPr>
        </p:nvSpPr>
        <p:spPr>
          <a:xfrm>
            <a:off x="460376" y="1103313"/>
            <a:ext cx="8229600" cy="2699430"/>
          </a:xfrm>
        </p:spPr>
        <p:txBody>
          <a:bodyPr/>
          <a:lstStyle>
            <a:lvl1pPr>
              <a:buNone/>
              <a:defRPr/>
            </a:lvl1pPr>
          </a:lstStyle>
          <a:p>
            <a:endParaRPr lang="en-IN" dirty="0"/>
          </a:p>
        </p:txBody>
      </p:sp>
      <p:sp>
        <p:nvSpPr>
          <p:cNvPr id="16" name="Text Placeholder 14"/>
          <p:cNvSpPr>
            <a:spLocks noGrp="1"/>
          </p:cNvSpPr>
          <p:nvPr>
            <p:ph type="body" sz="quarter" idx="14" hasCustomPrompt="1"/>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dirty="0" smtClean="0"/>
              <a:t>The horizontal image should be center aligned</a:t>
            </a:r>
            <a:endParaRPr lang="en-IN"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ase in point">
    <p:bg>
      <p:bgPr>
        <a:solidFill>
          <a:schemeClr val="bg1"/>
        </a:solidFill>
        <a:effectLst/>
      </p:bgPr>
    </p:bg>
    <p:spTree>
      <p:nvGrpSpPr>
        <p:cNvPr id="1" name=""/>
        <p:cNvGrpSpPr/>
        <p:nvPr/>
      </p:nvGrpSpPr>
      <p:grpSpPr>
        <a:xfrm>
          <a:off x="0" y="0"/>
          <a:ext cx="0" cy="0"/>
          <a:chOff x="0" y="0"/>
          <a:chExt cx="0" cy="0"/>
        </a:xfrm>
      </p:grpSpPr>
      <p:sp>
        <p:nvSpPr>
          <p:cNvPr id="10" name="Rectangle 9"/>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6" name="Rectangle 1"/>
          <p:cNvSpPr>
            <a:spLocks noChangeArrowheads="1"/>
          </p:cNvSpPr>
          <p:nvPr userDrawn="1"/>
        </p:nvSpPr>
        <p:spPr bwMode="auto">
          <a:xfrm>
            <a:off x="-4825" y="5486400"/>
            <a:ext cx="8542400"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endParaRPr lang="en-US"/>
          </a:p>
        </p:txBody>
      </p:sp>
      <p:sp>
        <p:nvSpPr>
          <p:cNvPr id="17" name="Rectangle 2"/>
          <p:cNvSpPr>
            <a:spLocks noChangeArrowheads="1"/>
          </p:cNvSpPr>
          <p:nvPr userDrawn="1"/>
        </p:nvSpPr>
        <p:spPr bwMode="auto">
          <a:xfrm>
            <a:off x="-4825" y="5611813"/>
            <a:ext cx="8542400"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endParaRPr lang="en-US"/>
          </a:p>
        </p:txBody>
      </p:sp>
      <p:sp>
        <p:nvSpPr>
          <p:cNvPr id="15" name="Right Arrow 14"/>
          <p:cNvSpPr/>
          <p:nvPr userDrawn="1"/>
        </p:nvSpPr>
        <p:spPr>
          <a:xfrm>
            <a:off x="5037466" y="772886"/>
            <a:ext cx="160131" cy="315459"/>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Text Placeholder 11"/>
          <p:cNvSpPr>
            <a:spLocks noGrp="1"/>
          </p:cNvSpPr>
          <p:nvPr>
            <p:ph type="body" sz="quarter" idx="10" hasCustomPrompt="1"/>
          </p:nvPr>
        </p:nvSpPr>
        <p:spPr>
          <a:xfrm>
            <a:off x="1023713" y="1164317"/>
            <a:ext cx="3929063"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US" dirty="0" smtClean="0"/>
              <a:t>Click to Add Heading</a:t>
            </a:r>
          </a:p>
        </p:txBody>
      </p:sp>
      <p:sp>
        <p:nvSpPr>
          <p:cNvPr id="24" name="Text Placeholder 11"/>
          <p:cNvSpPr>
            <a:spLocks noGrp="1"/>
          </p:cNvSpPr>
          <p:nvPr>
            <p:ph type="body" sz="quarter" idx="11" hasCustomPrompt="1"/>
          </p:nvPr>
        </p:nvSpPr>
        <p:spPr>
          <a:xfrm>
            <a:off x="1023713" y="758593"/>
            <a:ext cx="3929063"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US" dirty="0" smtClean="0"/>
              <a:t>CASE IN POINT</a:t>
            </a:r>
          </a:p>
        </p:txBody>
      </p:sp>
      <p:sp>
        <p:nvSpPr>
          <p:cNvPr id="27" name="Text Placeholder 11"/>
          <p:cNvSpPr>
            <a:spLocks noGrp="1"/>
          </p:cNvSpPr>
          <p:nvPr>
            <p:ph type="body" sz="quarter" idx="12" hasCustomPrompt="1"/>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6">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IN" dirty="0" smtClean="0"/>
              <a:t>Add a small brief of the case study and related text.  And you may add up to 6 lines of text. Beyond 6 lines </a:t>
            </a:r>
            <a:br>
              <a:rPr lang="en-IN" dirty="0" smtClean="0"/>
            </a:br>
            <a:r>
              <a:rPr lang="en-IN" dirty="0" smtClean="0"/>
              <a:t>will not be readable.</a:t>
            </a:r>
          </a:p>
        </p:txBody>
      </p:sp>
      <p:sp>
        <p:nvSpPr>
          <p:cNvPr id="40" name="Picture Placeholder 38"/>
          <p:cNvSpPr>
            <a:spLocks noGrp="1"/>
          </p:cNvSpPr>
          <p:nvPr>
            <p:ph type="pic" sz="quarter" idx="14"/>
          </p:nvPr>
        </p:nvSpPr>
        <p:spPr>
          <a:xfrm>
            <a:off x="5690960" y="490538"/>
            <a:ext cx="2874963" cy="5692775"/>
          </a:xfrm>
          <a:ln>
            <a:noFill/>
          </a:ln>
          <a:effectLst/>
          <a:scene3d>
            <a:camera prst="orthographicFront"/>
            <a:lightRig rig="flood" dir="t">
              <a:rot lat="0" lon="0" rev="0"/>
            </a:lightRig>
          </a:scene3d>
          <a:sp3d prstMaterial="plastic">
            <a:bevelT w="0" h="0" prst="divot"/>
            <a:bevelB w="0" h="0"/>
          </a:sp3d>
        </p:spPr>
        <p:txBody>
          <a:bodyPr>
            <a:flatTx/>
          </a:bodyPr>
          <a:lstStyle>
            <a:lvl1pPr>
              <a:buNone/>
              <a:defRPr>
                <a:effectLst/>
              </a:defRPr>
            </a:lvl1pPr>
          </a:lstStyle>
          <a:p>
            <a:endParaRPr lang="en-IN" dirty="0"/>
          </a:p>
        </p:txBody>
      </p:sp>
      <p:sp>
        <p:nvSpPr>
          <p:cNvPr id="12" name="Text Placeholder 11"/>
          <p:cNvSpPr>
            <a:spLocks noGrp="1"/>
          </p:cNvSpPr>
          <p:nvPr>
            <p:ph type="body" sz="quarter" idx="16" hasCustomPrompt="1"/>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marL="231775" marR="0" lvl="0" indent="-231775" algn="r" defTabSz="457200" rtl="0" eaLnBrk="1" fontAlgn="auto" latinLnBrk="0" hangingPunct="1">
              <a:lnSpc>
                <a:spcPct val="100000"/>
              </a:lnSpc>
              <a:spcBef>
                <a:spcPct val="20000"/>
              </a:spcBef>
              <a:spcAft>
                <a:spcPts val="0"/>
              </a:spcAft>
              <a:buClrTx/>
              <a:buSzTx/>
              <a:buFont typeface="Arial"/>
              <a:buNone/>
              <a:tabLst/>
              <a:defRPr/>
            </a:pPr>
            <a:r>
              <a:rPr lang="en-US" dirty="0" smtClean="0"/>
              <a:t>Add Highlights of the Case Study and only </a:t>
            </a:r>
            <a:br>
              <a:rPr lang="en-US" dirty="0" smtClean="0"/>
            </a:br>
            <a:r>
              <a:rPr lang="en-US" dirty="0" smtClean="0"/>
              <a:t>5 line of text is allowed, beyond </a:t>
            </a:r>
            <a:br>
              <a:rPr lang="en-US" dirty="0" smtClean="0"/>
            </a:br>
            <a:r>
              <a:rPr lang="en-US" dirty="0" smtClean="0"/>
              <a:t>that it is will not be readable.</a:t>
            </a:r>
            <a:endParaRPr lang="en-IN" dirty="0" smtClean="0"/>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ase in poi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8" name="Picture Placeholder 25"/>
          <p:cNvSpPr>
            <a:spLocks noGrp="1"/>
          </p:cNvSpPr>
          <p:nvPr>
            <p:ph type="pic" sz="quarter" idx="10"/>
          </p:nvPr>
        </p:nvSpPr>
        <p:spPr>
          <a:xfrm>
            <a:off x="451756" y="1668732"/>
            <a:ext cx="2590800" cy="3873500"/>
          </a:xfrm>
        </p:spPr>
        <p:txBody>
          <a:bodyPr/>
          <a:lstStyle/>
          <a:p>
            <a:endParaRPr lang="en-IN"/>
          </a:p>
        </p:txBody>
      </p:sp>
      <p:sp>
        <p:nvSpPr>
          <p:cNvPr id="37" name="Text Placeholder 34"/>
          <p:cNvSpPr>
            <a:spLocks noGrp="1"/>
          </p:cNvSpPr>
          <p:nvPr>
            <p:ph type="body" sz="quarter" idx="12" hasCustomPrompt="1"/>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tx2">
                    <a:lumMod val="60000"/>
                    <a:lumOff val="4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Up to 5 lines of text is allowed beyond which it will not be readable.</a:t>
            </a:r>
          </a:p>
        </p:txBody>
      </p:sp>
      <p:sp>
        <p:nvSpPr>
          <p:cNvPr id="15" name="Text Placeholder 31"/>
          <p:cNvSpPr>
            <a:spLocks noGrp="1"/>
          </p:cNvSpPr>
          <p:nvPr>
            <p:ph type="body" sz="quarter" idx="14" hasCustomPrompt="1"/>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dirty="0" smtClean="0"/>
              <a:t>Opportunity</a:t>
            </a:r>
          </a:p>
        </p:txBody>
      </p:sp>
      <p:sp>
        <p:nvSpPr>
          <p:cNvPr id="19" name="Title 1"/>
          <p:cNvSpPr>
            <a:spLocks noGrp="1"/>
          </p:cNvSpPr>
          <p:nvPr>
            <p:ph type="title" hasCustomPrompt="1"/>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marL="0" marR="0" lvl="0" indent="0" defTabSz="457200" rtl="0" eaLnBrk="1" fontAlgn="auto" latinLnBrk="0" hangingPunct="1">
              <a:lnSpc>
                <a:spcPct val="100000"/>
              </a:lnSpc>
              <a:spcBef>
                <a:spcPct val="0"/>
              </a:spcBef>
              <a:spcAft>
                <a:spcPts val="0"/>
              </a:spcAft>
              <a:tabLst/>
              <a:defRPr/>
            </a:pPr>
            <a:r>
              <a:rPr lang="en-US" dirty="0" smtClean="0"/>
              <a:t>Case Study Heading</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23" name="Right Arrow 22"/>
          <p:cNvSpPr/>
          <p:nvPr userDrawn="1"/>
        </p:nvSpPr>
        <p:spPr>
          <a:xfrm flipH="1">
            <a:off x="3727450" y="1165270"/>
            <a:ext cx="158750" cy="312738"/>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Text Placeholder 34"/>
          <p:cNvSpPr>
            <a:spLocks noGrp="1"/>
          </p:cNvSpPr>
          <p:nvPr>
            <p:ph type="body" sz="quarter" idx="19" hasCustomPrompt="1"/>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tx2">
                    <a:lumMod val="60000"/>
                    <a:lumOff val="4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Up to 5 lines of text is allowed beyond which it will not be readable.</a:t>
            </a:r>
          </a:p>
        </p:txBody>
      </p:sp>
      <p:sp>
        <p:nvSpPr>
          <p:cNvPr id="33" name="Text Placeholder 31"/>
          <p:cNvSpPr>
            <a:spLocks noGrp="1"/>
          </p:cNvSpPr>
          <p:nvPr>
            <p:ph type="body" sz="quarter" idx="20" hasCustomPrompt="1"/>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dirty="0" smtClean="0"/>
              <a:t>Challenges </a:t>
            </a:r>
          </a:p>
        </p:txBody>
      </p:sp>
      <p:sp>
        <p:nvSpPr>
          <p:cNvPr id="34" name="Right Arrow 33"/>
          <p:cNvSpPr/>
          <p:nvPr userDrawn="1"/>
        </p:nvSpPr>
        <p:spPr>
          <a:xfrm flipH="1">
            <a:off x="3727450" y="2845976"/>
            <a:ext cx="158750" cy="312738"/>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Text Placeholder 34"/>
          <p:cNvSpPr>
            <a:spLocks noGrp="1"/>
          </p:cNvSpPr>
          <p:nvPr>
            <p:ph type="body" sz="quarter" idx="21" hasCustomPrompt="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tx2">
                    <a:lumMod val="60000"/>
                    <a:lumOff val="4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Up to 5 lines of text is allowed beyond which it will not be readable.</a:t>
            </a:r>
          </a:p>
        </p:txBody>
      </p:sp>
      <p:sp>
        <p:nvSpPr>
          <p:cNvPr id="36" name="Text Placeholder 31"/>
          <p:cNvSpPr>
            <a:spLocks noGrp="1"/>
          </p:cNvSpPr>
          <p:nvPr>
            <p:ph type="body" sz="quarter" idx="22" hasCustomPrompt="1"/>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dirty="0" smtClean="0"/>
              <a:t>Impact</a:t>
            </a:r>
          </a:p>
        </p:txBody>
      </p:sp>
      <p:sp>
        <p:nvSpPr>
          <p:cNvPr id="38" name="Right Arrow 37"/>
          <p:cNvSpPr/>
          <p:nvPr userDrawn="1"/>
        </p:nvSpPr>
        <p:spPr>
          <a:xfrm flipH="1">
            <a:off x="3727450" y="4562087"/>
            <a:ext cx="158750" cy="312738"/>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f Coloumn Graph">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marL="0" marR="0" lvl="0" indent="0" defTabSz="457200" rtl="0" eaLnBrk="1" fontAlgn="auto" latinLnBrk="0" hangingPunct="1">
              <a:lnSpc>
                <a:spcPct val="100000"/>
              </a:lnSpc>
              <a:spcBef>
                <a:spcPct val="0"/>
              </a:spcBef>
              <a:spcAft>
                <a:spcPts val="0"/>
              </a:spcAft>
              <a:tabLst/>
              <a:defRPr/>
            </a:pPr>
            <a:r>
              <a:rPr lang="en-US" dirty="0" smtClean="0"/>
              <a:t>Title of Column Graph</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14" name="Chart Placeholder 13"/>
          <p:cNvSpPr>
            <a:spLocks noGrp="1"/>
          </p:cNvSpPr>
          <p:nvPr>
            <p:ph type="chart" sz="quarter" idx="10"/>
          </p:nvPr>
        </p:nvSpPr>
        <p:spPr>
          <a:xfrm>
            <a:off x="460375" y="1509713"/>
            <a:ext cx="8229600" cy="4716462"/>
          </a:xfrm>
        </p:spPr>
        <p:txBody>
          <a:bodyPr/>
          <a:lstStyle/>
          <a:p>
            <a:endParaRPr lang="en-IN"/>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f Bar Graph">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marL="0" marR="0" lvl="0" indent="0" defTabSz="457200" rtl="0" eaLnBrk="1" fontAlgn="auto" latinLnBrk="0" hangingPunct="1">
              <a:lnSpc>
                <a:spcPct val="100000"/>
              </a:lnSpc>
              <a:spcBef>
                <a:spcPct val="0"/>
              </a:spcBef>
              <a:spcAft>
                <a:spcPts val="0"/>
              </a:spcAft>
              <a:tabLst/>
              <a:defRPr/>
            </a:pPr>
            <a:r>
              <a:rPr lang="en-US" dirty="0" smtClean="0"/>
              <a:t>Title of Bar Graph</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14" name="Chart Placeholder 13"/>
          <p:cNvSpPr>
            <a:spLocks noGrp="1"/>
          </p:cNvSpPr>
          <p:nvPr>
            <p:ph type="chart" sz="quarter" idx="10"/>
          </p:nvPr>
        </p:nvSpPr>
        <p:spPr>
          <a:xfrm>
            <a:off x="460375" y="1509713"/>
            <a:ext cx="8229600" cy="4716462"/>
          </a:xfrm>
        </p:spPr>
        <p:txBody>
          <a:bodyPr/>
          <a:lstStyle/>
          <a:p>
            <a:endParaRPr lang="en-IN"/>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f Pie Char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marL="0" marR="0" lvl="0" indent="0" defTabSz="457200" rtl="0" eaLnBrk="1" fontAlgn="auto" latinLnBrk="0" hangingPunct="1">
              <a:lnSpc>
                <a:spcPct val="100000"/>
              </a:lnSpc>
              <a:spcBef>
                <a:spcPct val="0"/>
              </a:spcBef>
              <a:spcAft>
                <a:spcPts val="0"/>
              </a:spcAft>
              <a:tabLst/>
              <a:defRPr/>
            </a:pPr>
            <a:r>
              <a:rPr lang="en-US" dirty="0" smtClean="0"/>
              <a:t>Title of Pie Chart</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4" name="Chart Placeholder 13"/>
          <p:cNvSpPr>
            <a:spLocks noGrp="1"/>
          </p:cNvSpPr>
          <p:nvPr>
            <p:ph type="chart" sz="quarter" idx="10"/>
          </p:nvPr>
        </p:nvSpPr>
        <p:spPr>
          <a:xfrm>
            <a:off x="460375" y="1509713"/>
            <a:ext cx="8229600" cy="4716462"/>
          </a:xfrm>
        </p:spPr>
        <p:txBody>
          <a:bodyPr/>
          <a:lstStyle/>
          <a:p>
            <a:endParaRPr lang="en-IN"/>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f Pie Chart 2">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marL="0" marR="0" lvl="0" indent="0" defTabSz="457200" rtl="0" eaLnBrk="1" fontAlgn="auto" latinLnBrk="0" hangingPunct="1">
              <a:lnSpc>
                <a:spcPct val="100000"/>
              </a:lnSpc>
              <a:spcBef>
                <a:spcPct val="0"/>
              </a:spcBef>
              <a:spcAft>
                <a:spcPts val="0"/>
              </a:spcAft>
              <a:tabLst/>
              <a:defRPr/>
            </a:pPr>
            <a:r>
              <a:rPr lang="en-US" dirty="0" smtClean="0"/>
              <a:t>Title of Pie Chart</a:t>
            </a:r>
            <a:endParaRPr kumimoji="0" lang="en-US" sz="3000" b="1" i="0" u="none" strike="noStrike" kern="1200" cap="none" spc="0" normalizeH="0" baseline="0" noProof="0" dirty="0">
              <a:ln>
                <a:noFill/>
              </a:ln>
              <a:solidFill>
                <a:schemeClr val="tx1">
                  <a:lumMod val="65000"/>
                  <a:lumOff val="35000"/>
                </a:schemeClr>
              </a:solidFill>
              <a:effectLst/>
              <a:uLnTx/>
              <a:uFillTx/>
              <a:latin typeface="+mj-lt"/>
              <a:ea typeface="+mn-ea"/>
              <a:cs typeface="Arial"/>
            </a:endParaRPr>
          </a:p>
        </p:txBody>
      </p:sp>
      <p:sp>
        <p:nvSpPr>
          <p:cNvPr id="4" name="Chart Placeholder 13"/>
          <p:cNvSpPr>
            <a:spLocks noGrp="1"/>
          </p:cNvSpPr>
          <p:nvPr>
            <p:ph type="chart" sz="quarter" idx="10"/>
          </p:nvPr>
        </p:nvSpPr>
        <p:spPr>
          <a:xfrm>
            <a:off x="460375" y="1509713"/>
            <a:ext cx="8229600" cy="4716462"/>
          </a:xfrm>
        </p:spPr>
        <p:txBody>
          <a:bodyPr/>
          <a:lstStyle/>
          <a:p>
            <a:endParaRPr lang="en-IN"/>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41" name="Oval 40"/>
          <p:cNvSpPr>
            <a:spLocks noChangeAspect="1"/>
          </p:cNvSpPr>
          <p:nvPr/>
        </p:nvSpPr>
        <p:spPr>
          <a:xfrm>
            <a:off x="779120" y="2694975"/>
            <a:ext cx="1464024" cy="1464019"/>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solidFill>
                <a:srgbClr val="FFFFFF"/>
              </a:solidFill>
            </a:endParaRPr>
          </a:p>
        </p:txBody>
      </p:sp>
      <p:sp>
        <p:nvSpPr>
          <p:cNvPr id="42" name="Oval 6"/>
          <p:cNvSpPr>
            <a:spLocks noChangeArrowheads="1"/>
          </p:cNvSpPr>
          <p:nvPr userDrawn="1"/>
        </p:nvSpPr>
        <p:spPr bwMode="gray">
          <a:xfrm>
            <a:off x="355600" y="5858423"/>
            <a:ext cx="8432800" cy="550531"/>
          </a:xfrm>
          <a:prstGeom prst="ellipse">
            <a:avLst/>
          </a:prstGeom>
          <a:gradFill rotWithShape="1">
            <a:gsLst>
              <a:gs pos="0">
                <a:srgbClr val="080808">
                  <a:alpha val="30000"/>
                </a:srgbClr>
              </a:gs>
              <a:gs pos="100000">
                <a:srgbClr val="0040A8">
                  <a:alpha val="0"/>
                </a:srgbClr>
              </a:gs>
            </a:gsLst>
            <a:path path="shape">
              <a:fillToRect l="50000" t="50000" r="50000" b="50000"/>
            </a:path>
          </a:gradFill>
          <a:ln w="9525" algn="ctr">
            <a:noFill/>
            <a:miter lim="800000"/>
            <a:headEnd/>
            <a:tailEnd/>
          </a:ln>
          <a:effectLst/>
        </p:spPr>
        <p:txBody>
          <a:bodyPr wrap="square" anchor="ctr">
            <a:noAutofit/>
          </a:bodyPr>
          <a:lstStyle/>
          <a:p>
            <a:pPr algn="ctr" fontAlgn="auto">
              <a:spcBef>
                <a:spcPts val="0"/>
              </a:spcBef>
              <a:spcAft>
                <a:spcPts val="0"/>
              </a:spcAft>
              <a:defRPr/>
            </a:pPr>
            <a:endParaRPr lang="en-US" kern="0" dirty="0">
              <a:solidFill>
                <a:srgbClr val="000000"/>
              </a:solidFill>
            </a:endParaRPr>
          </a:p>
        </p:txBody>
      </p:sp>
      <p:sp>
        <p:nvSpPr>
          <p:cNvPr id="57" name="Text Placeholder 56"/>
          <p:cNvSpPr>
            <a:spLocks noGrp="1"/>
          </p:cNvSpPr>
          <p:nvPr>
            <p:ph type="body" sz="quarter" idx="10" hasCustomPrompt="1"/>
          </p:nvPr>
        </p:nvSpPr>
        <p:spPr>
          <a:xfrm>
            <a:off x="785078"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1</a:t>
            </a:r>
            <a:endParaRPr lang="en-IN" dirty="0"/>
          </a:p>
        </p:txBody>
      </p:sp>
      <p:sp>
        <p:nvSpPr>
          <p:cNvPr id="59" name="Oval 58"/>
          <p:cNvSpPr>
            <a:spLocks noChangeAspect="1"/>
          </p:cNvSpPr>
          <p:nvPr userDrawn="1"/>
        </p:nvSpPr>
        <p:spPr>
          <a:xfrm>
            <a:off x="2826407" y="2694975"/>
            <a:ext cx="1464024" cy="1464019"/>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solidFill>
                <a:srgbClr val="FFFFFF"/>
              </a:solidFill>
            </a:endParaRPr>
          </a:p>
        </p:txBody>
      </p:sp>
      <p:sp>
        <p:nvSpPr>
          <p:cNvPr id="60" name="Text Placeholder 56"/>
          <p:cNvSpPr>
            <a:spLocks noGrp="1"/>
          </p:cNvSpPr>
          <p:nvPr>
            <p:ph type="body" sz="quarter" idx="12" hasCustomPrompt="1"/>
          </p:nvPr>
        </p:nvSpPr>
        <p:spPr>
          <a:xfrm>
            <a:off x="2832365"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2</a:t>
            </a:r>
            <a:endParaRPr lang="en-IN" dirty="0"/>
          </a:p>
        </p:txBody>
      </p:sp>
      <p:sp>
        <p:nvSpPr>
          <p:cNvPr id="62" name="Oval 61"/>
          <p:cNvSpPr>
            <a:spLocks noChangeAspect="1"/>
          </p:cNvSpPr>
          <p:nvPr userDrawn="1"/>
        </p:nvSpPr>
        <p:spPr>
          <a:xfrm>
            <a:off x="4899707" y="2694975"/>
            <a:ext cx="1464024" cy="1464019"/>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solidFill>
                <a:srgbClr val="FFFFFF"/>
              </a:solidFill>
            </a:endParaRPr>
          </a:p>
        </p:txBody>
      </p:sp>
      <p:sp>
        <p:nvSpPr>
          <p:cNvPr id="63" name="Text Placeholder 56"/>
          <p:cNvSpPr>
            <a:spLocks noGrp="1"/>
          </p:cNvSpPr>
          <p:nvPr>
            <p:ph type="body" sz="quarter" idx="14" hasCustomPrompt="1"/>
          </p:nvPr>
        </p:nvSpPr>
        <p:spPr>
          <a:xfrm>
            <a:off x="4905665"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3</a:t>
            </a:r>
          </a:p>
        </p:txBody>
      </p:sp>
      <p:sp>
        <p:nvSpPr>
          <p:cNvPr id="65" name="Oval 64"/>
          <p:cNvSpPr>
            <a:spLocks noChangeAspect="1"/>
          </p:cNvSpPr>
          <p:nvPr userDrawn="1"/>
        </p:nvSpPr>
        <p:spPr>
          <a:xfrm>
            <a:off x="6878438" y="2694975"/>
            <a:ext cx="1464024" cy="1464019"/>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solidFill>
                <a:srgbClr val="FFFFFF"/>
              </a:solidFill>
            </a:endParaRPr>
          </a:p>
        </p:txBody>
      </p:sp>
      <p:sp>
        <p:nvSpPr>
          <p:cNvPr id="66" name="Text Placeholder 56"/>
          <p:cNvSpPr>
            <a:spLocks noGrp="1"/>
          </p:cNvSpPr>
          <p:nvPr>
            <p:ph type="body" sz="quarter" idx="16" hasCustomPrompt="1"/>
          </p:nvPr>
        </p:nvSpPr>
        <p:spPr>
          <a:xfrm>
            <a:off x="688439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4</a:t>
            </a:r>
            <a:endParaRPr lang="en-IN" dirty="0"/>
          </a:p>
        </p:txBody>
      </p:sp>
      <p:sp>
        <p:nvSpPr>
          <p:cNvPr id="12" name="Title 4"/>
          <p:cNvSpPr>
            <a:spLocks noGrp="1"/>
          </p:cNvSpPr>
          <p:nvPr>
            <p:ph type="title" hasCustomPrompt="1"/>
          </p:nvPr>
        </p:nvSpPr>
        <p:spPr>
          <a:xfrm>
            <a:off x="460375" y="140024"/>
            <a:ext cx="8229600" cy="553998"/>
          </a:xfrm>
        </p:spPr>
        <p:txBody>
          <a:bodyPr/>
          <a:lstStyle>
            <a:lvl1pPr>
              <a:defRPr/>
            </a:lvl1pPr>
          </a:lstStyle>
          <a:p>
            <a:r>
              <a:rPr lang="en-US" dirty="0" smtClean="0"/>
              <a:t>Click to Add Title</a:t>
            </a:r>
            <a:endParaRPr lang="en-US" dirty="0"/>
          </a:p>
        </p:txBody>
      </p:sp>
      <p:sp>
        <p:nvSpPr>
          <p:cNvPr id="13" name="Freeform 47"/>
          <p:cNvSpPr>
            <a:spLocks/>
          </p:cNvSpPr>
          <p:nvPr userDrawn="1"/>
        </p:nvSpPr>
        <p:spPr bwMode="auto">
          <a:xfrm>
            <a:off x="1001031" y="3084419"/>
            <a:ext cx="916274" cy="755003"/>
          </a:xfrm>
          <a:custGeom>
            <a:avLst/>
            <a:gdLst/>
            <a:ahLst/>
            <a:cxnLst>
              <a:cxn ang="0">
                <a:pos x="2259" y="1161"/>
              </a:cxn>
              <a:cxn ang="0">
                <a:pos x="2061" y="1682"/>
              </a:cxn>
              <a:cxn ang="0">
                <a:pos x="1579" y="1872"/>
              </a:cxn>
              <a:cxn ang="0">
                <a:pos x="1303" y="1676"/>
              </a:cxn>
              <a:cxn ang="0">
                <a:pos x="1126" y="1290"/>
              </a:cxn>
              <a:cxn ang="0">
                <a:pos x="1247" y="1190"/>
              </a:cxn>
              <a:cxn ang="0">
                <a:pos x="1378" y="1538"/>
              </a:cxn>
              <a:cxn ang="0">
                <a:pos x="1594" y="1724"/>
              </a:cxn>
              <a:cxn ang="0">
                <a:pos x="1854" y="1676"/>
              </a:cxn>
              <a:cxn ang="0">
                <a:pos x="2053" y="1391"/>
              </a:cxn>
              <a:cxn ang="0">
                <a:pos x="2130" y="951"/>
              </a:cxn>
              <a:cxn ang="0">
                <a:pos x="2097" y="658"/>
              </a:cxn>
              <a:cxn ang="0">
                <a:pos x="2008" y="413"/>
              </a:cxn>
              <a:cxn ang="0">
                <a:pos x="1896" y="263"/>
              </a:cxn>
              <a:cxn ang="0">
                <a:pos x="1807" y="198"/>
              </a:cxn>
              <a:cxn ang="0">
                <a:pos x="1711" y="168"/>
              </a:cxn>
              <a:cxn ang="0">
                <a:pos x="1513" y="221"/>
              </a:cxn>
              <a:cxn ang="0">
                <a:pos x="1320" y="488"/>
              </a:cxn>
              <a:cxn ang="0">
                <a:pos x="1229" y="936"/>
              </a:cxn>
              <a:cxn ang="0">
                <a:pos x="1414" y="689"/>
              </a:cxn>
              <a:cxn ang="0">
                <a:pos x="1517" y="503"/>
              </a:cxn>
              <a:cxn ang="0">
                <a:pos x="1650" y="454"/>
              </a:cxn>
              <a:cxn ang="0">
                <a:pos x="1762" y="519"/>
              </a:cxn>
              <a:cxn ang="0">
                <a:pos x="1876" y="773"/>
              </a:cxn>
              <a:cxn ang="0">
                <a:pos x="1883" y="1107"/>
              </a:cxn>
              <a:cxn ang="0">
                <a:pos x="1798" y="1347"/>
              </a:cxn>
              <a:cxn ang="0">
                <a:pos x="1657" y="1460"/>
              </a:cxn>
              <a:cxn ang="0">
                <a:pos x="1517" y="1414"/>
              </a:cxn>
              <a:cxn ang="0">
                <a:pos x="1414" y="1249"/>
              </a:cxn>
              <a:cxn ang="0">
                <a:pos x="1490" y="1049"/>
              </a:cxn>
              <a:cxn ang="0">
                <a:pos x="1573" y="1218"/>
              </a:cxn>
              <a:cxn ang="0">
                <a:pos x="1708" y="1152"/>
              </a:cxn>
              <a:cxn ang="0">
                <a:pos x="1736" y="851"/>
              </a:cxn>
              <a:cxn ang="0">
                <a:pos x="1613" y="683"/>
              </a:cxn>
              <a:cxn ang="0">
                <a:pos x="1496" y="833"/>
              </a:cxn>
              <a:cxn ang="0">
                <a:pos x="1537" y="930"/>
              </a:cxn>
              <a:cxn ang="0">
                <a:pos x="1577" y="904"/>
              </a:cxn>
              <a:cxn ang="0">
                <a:pos x="1613" y="864"/>
              </a:cxn>
              <a:cxn ang="0">
                <a:pos x="1657" y="920"/>
              </a:cxn>
              <a:cxn ang="0">
                <a:pos x="1647" y="1024"/>
              </a:cxn>
              <a:cxn ang="0">
                <a:pos x="1600" y="1047"/>
              </a:cxn>
              <a:cxn ang="0">
                <a:pos x="1571" y="990"/>
              </a:cxn>
              <a:cxn ang="0">
                <a:pos x="1469" y="989"/>
              </a:cxn>
              <a:cxn ang="0">
                <a:pos x="1252" y="989"/>
              </a:cxn>
              <a:cxn ang="0">
                <a:pos x="1013" y="989"/>
              </a:cxn>
              <a:cxn ang="0">
                <a:pos x="789" y="989"/>
              </a:cxn>
              <a:cxn ang="0">
                <a:pos x="649" y="990"/>
              </a:cxn>
              <a:cxn ang="0">
                <a:pos x="216" y="990"/>
              </a:cxn>
              <a:cxn ang="0">
                <a:pos x="628" y="930"/>
              </a:cxn>
              <a:cxn ang="0">
                <a:pos x="711" y="930"/>
              </a:cxn>
              <a:cxn ang="0">
                <a:pos x="915" y="930"/>
              </a:cxn>
              <a:cxn ang="0">
                <a:pos x="1097" y="743"/>
              </a:cxn>
              <a:cxn ang="0">
                <a:pos x="1258" y="273"/>
              </a:cxn>
              <a:cxn ang="0">
                <a:pos x="1552" y="18"/>
              </a:cxn>
              <a:cxn ang="0">
                <a:pos x="1761" y="8"/>
              </a:cxn>
              <a:cxn ang="0">
                <a:pos x="1900" y="63"/>
              </a:cxn>
              <a:cxn ang="0">
                <a:pos x="2038" y="185"/>
              </a:cxn>
              <a:cxn ang="0">
                <a:pos x="2092" y="260"/>
              </a:cxn>
              <a:cxn ang="0">
                <a:pos x="2236" y="560"/>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grpSp>
        <p:nvGrpSpPr>
          <p:cNvPr id="14" name="Group 63"/>
          <p:cNvGrpSpPr>
            <a:grpSpLocks noChangeAspect="1"/>
          </p:cNvGrpSpPr>
          <p:nvPr userDrawn="1"/>
        </p:nvGrpSpPr>
        <p:grpSpPr bwMode="auto">
          <a:xfrm>
            <a:off x="3115487" y="3199181"/>
            <a:ext cx="907593" cy="611401"/>
            <a:chOff x="4080" y="1536"/>
            <a:chExt cx="1146" cy="772"/>
          </a:xfrm>
          <a:solidFill>
            <a:schemeClr val="bg1"/>
          </a:solidFill>
        </p:grpSpPr>
        <p:sp>
          <p:nvSpPr>
            <p:cNvPr id="15" name="Freeform 64"/>
            <p:cNvSpPr>
              <a:spLocks/>
            </p:cNvSpPr>
            <p:nvPr/>
          </p:nvSpPr>
          <p:spPr bwMode="auto">
            <a:xfrm>
              <a:off x="4518" y="2030"/>
              <a:ext cx="280" cy="278"/>
            </a:xfrm>
            <a:custGeom>
              <a:avLst/>
              <a:gdLst/>
              <a:ahLst/>
              <a:cxnLst>
                <a:cxn ang="0">
                  <a:pos x="238" y="0"/>
                </a:cxn>
                <a:cxn ang="0">
                  <a:pos x="42" y="0"/>
                </a:cxn>
                <a:cxn ang="0">
                  <a:pos x="42" y="0"/>
                </a:cxn>
                <a:cxn ang="0">
                  <a:pos x="34" y="0"/>
                </a:cxn>
                <a:cxn ang="0">
                  <a:pos x="26" y="2"/>
                </a:cxn>
                <a:cxn ang="0">
                  <a:pos x="18" y="6"/>
                </a:cxn>
                <a:cxn ang="0">
                  <a:pos x="12" y="12"/>
                </a:cxn>
                <a:cxn ang="0">
                  <a:pos x="8" y="18"/>
                </a:cxn>
                <a:cxn ang="0">
                  <a:pos x="4" y="26"/>
                </a:cxn>
                <a:cxn ang="0">
                  <a:pos x="0" y="34"/>
                </a:cxn>
                <a:cxn ang="0">
                  <a:pos x="0" y="42"/>
                </a:cxn>
                <a:cxn ang="0">
                  <a:pos x="0" y="236"/>
                </a:cxn>
                <a:cxn ang="0">
                  <a:pos x="0" y="236"/>
                </a:cxn>
                <a:cxn ang="0">
                  <a:pos x="0" y="246"/>
                </a:cxn>
                <a:cxn ang="0">
                  <a:pos x="4" y="252"/>
                </a:cxn>
                <a:cxn ang="0">
                  <a:pos x="8" y="260"/>
                </a:cxn>
                <a:cxn ang="0">
                  <a:pos x="12" y="266"/>
                </a:cxn>
                <a:cxn ang="0">
                  <a:pos x="18" y="272"/>
                </a:cxn>
                <a:cxn ang="0">
                  <a:pos x="26" y="276"/>
                </a:cxn>
                <a:cxn ang="0">
                  <a:pos x="34" y="278"/>
                </a:cxn>
                <a:cxn ang="0">
                  <a:pos x="42" y="278"/>
                </a:cxn>
                <a:cxn ang="0">
                  <a:pos x="238" y="278"/>
                </a:cxn>
                <a:cxn ang="0">
                  <a:pos x="238" y="278"/>
                </a:cxn>
                <a:cxn ang="0">
                  <a:pos x="246" y="278"/>
                </a:cxn>
                <a:cxn ang="0">
                  <a:pos x="254" y="276"/>
                </a:cxn>
                <a:cxn ang="0">
                  <a:pos x="260" y="272"/>
                </a:cxn>
                <a:cxn ang="0">
                  <a:pos x="268" y="266"/>
                </a:cxn>
                <a:cxn ang="0">
                  <a:pos x="272" y="260"/>
                </a:cxn>
                <a:cxn ang="0">
                  <a:pos x="276" y="252"/>
                </a:cxn>
                <a:cxn ang="0">
                  <a:pos x="278" y="246"/>
                </a:cxn>
                <a:cxn ang="0">
                  <a:pos x="280" y="236"/>
                </a:cxn>
                <a:cxn ang="0">
                  <a:pos x="280" y="42"/>
                </a:cxn>
                <a:cxn ang="0">
                  <a:pos x="280" y="42"/>
                </a:cxn>
                <a:cxn ang="0">
                  <a:pos x="278" y="34"/>
                </a:cxn>
                <a:cxn ang="0">
                  <a:pos x="276" y="26"/>
                </a:cxn>
                <a:cxn ang="0">
                  <a:pos x="272" y="18"/>
                </a:cxn>
                <a:cxn ang="0">
                  <a:pos x="268" y="12"/>
                </a:cxn>
                <a:cxn ang="0">
                  <a:pos x="260" y="6"/>
                </a:cxn>
                <a:cxn ang="0">
                  <a:pos x="254" y="2"/>
                </a:cxn>
                <a:cxn ang="0">
                  <a:pos x="246" y="0"/>
                </a:cxn>
                <a:cxn ang="0">
                  <a:pos x="238" y="0"/>
                </a:cxn>
                <a:cxn ang="0">
                  <a:pos x="238" y="0"/>
                </a:cxn>
              </a:cxnLst>
              <a:rect l="0" t="0" r="r" b="b"/>
              <a:pathLst>
                <a:path w="280" h="278">
                  <a:moveTo>
                    <a:pt x="238" y="0"/>
                  </a:moveTo>
                  <a:lnTo>
                    <a:pt x="42" y="0"/>
                  </a:lnTo>
                  <a:lnTo>
                    <a:pt x="42" y="0"/>
                  </a:lnTo>
                  <a:lnTo>
                    <a:pt x="34" y="0"/>
                  </a:lnTo>
                  <a:lnTo>
                    <a:pt x="26" y="2"/>
                  </a:lnTo>
                  <a:lnTo>
                    <a:pt x="18" y="6"/>
                  </a:lnTo>
                  <a:lnTo>
                    <a:pt x="12" y="12"/>
                  </a:lnTo>
                  <a:lnTo>
                    <a:pt x="8" y="18"/>
                  </a:lnTo>
                  <a:lnTo>
                    <a:pt x="4" y="26"/>
                  </a:lnTo>
                  <a:lnTo>
                    <a:pt x="0" y="34"/>
                  </a:lnTo>
                  <a:lnTo>
                    <a:pt x="0" y="42"/>
                  </a:lnTo>
                  <a:lnTo>
                    <a:pt x="0" y="236"/>
                  </a:lnTo>
                  <a:lnTo>
                    <a:pt x="0" y="236"/>
                  </a:lnTo>
                  <a:lnTo>
                    <a:pt x="0" y="246"/>
                  </a:lnTo>
                  <a:lnTo>
                    <a:pt x="4" y="252"/>
                  </a:lnTo>
                  <a:lnTo>
                    <a:pt x="8" y="260"/>
                  </a:lnTo>
                  <a:lnTo>
                    <a:pt x="12" y="266"/>
                  </a:lnTo>
                  <a:lnTo>
                    <a:pt x="18" y="272"/>
                  </a:lnTo>
                  <a:lnTo>
                    <a:pt x="26" y="276"/>
                  </a:lnTo>
                  <a:lnTo>
                    <a:pt x="34" y="278"/>
                  </a:lnTo>
                  <a:lnTo>
                    <a:pt x="42" y="278"/>
                  </a:lnTo>
                  <a:lnTo>
                    <a:pt x="238" y="278"/>
                  </a:lnTo>
                  <a:lnTo>
                    <a:pt x="238" y="278"/>
                  </a:lnTo>
                  <a:lnTo>
                    <a:pt x="246" y="278"/>
                  </a:lnTo>
                  <a:lnTo>
                    <a:pt x="254" y="276"/>
                  </a:lnTo>
                  <a:lnTo>
                    <a:pt x="260" y="272"/>
                  </a:lnTo>
                  <a:lnTo>
                    <a:pt x="268" y="266"/>
                  </a:lnTo>
                  <a:lnTo>
                    <a:pt x="272" y="260"/>
                  </a:lnTo>
                  <a:lnTo>
                    <a:pt x="276" y="252"/>
                  </a:lnTo>
                  <a:lnTo>
                    <a:pt x="278" y="246"/>
                  </a:lnTo>
                  <a:lnTo>
                    <a:pt x="280" y="236"/>
                  </a:lnTo>
                  <a:lnTo>
                    <a:pt x="280" y="42"/>
                  </a:lnTo>
                  <a:lnTo>
                    <a:pt x="280" y="42"/>
                  </a:lnTo>
                  <a:lnTo>
                    <a:pt x="278" y="34"/>
                  </a:lnTo>
                  <a:lnTo>
                    <a:pt x="276" y="26"/>
                  </a:lnTo>
                  <a:lnTo>
                    <a:pt x="272" y="18"/>
                  </a:lnTo>
                  <a:lnTo>
                    <a:pt x="268" y="12"/>
                  </a:lnTo>
                  <a:lnTo>
                    <a:pt x="260" y="6"/>
                  </a:lnTo>
                  <a:lnTo>
                    <a:pt x="254" y="2"/>
                  </a:lnTo>
                  <a:lnTo>
                    <a:pt x="246" y="0"/>
                  </a:lnTo>
                  <a:lnTo>
                    <a:pt x="238" y="0"/>
                  </a:lnTo>
                  <a:lnTo>
                    <a:pt x="238"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16" name="Freeform 65"/>
            <p:cNvSpPr>
              <a:spLocks/>
            </p:cNvSpPr>
            <p:nvPr/>
          </p:nvSpPr>
          <p:spPr bwMode="auto">
            <a:xfrm>
              <a:off x="4080" y="1536"/>
              <a:ext cx="1146" cy="428"/>
            </a:xfrm>
            <a:custGeom>
              <a:avLst/>
              <a:gdLst/>
              <a:ahLst/>
              <a:cxnLst>
                <a:cxn ang="0">
                  <a:pos x="908" y="0"/>
                </a:cxn>
                <a:cxn ang="0">
                  <a:pos x="884" y="6"/>
                </a:cxn>
                <a:cxn ang="0">
                  <a:pos x="870" y="26"/>
                </a:cxn>
                <a:cxn ang="0">
                  <a:pos x="866" y="112"/>
                </a:cxn>
                <a:cxn ang="0">
                  <a:pos x="718" y="42"/>
                </a:cxn>
                <a:cxn ang="0">
                  <a:pos x="710" y="18"/>
                </a:cxn>
                <a:cxn ang="0">
                  <a:pos x="692" y="2"/>
                </a:cxn>
                <a:cxn ang="0">
                  <a:pos x="480" y="0"/>
                </a:cxn>
                <a:cxn ang="0">
                  <a:pos x="464" y="2"/>
                </a:cxn>
                <a:cxn ang="0">
                  <a:pos x="446" y="18"/>
                </a:cxn>
                <a:cxn ang="0">
                  <a:pos x="438" y="42"/>
                </a:cxn>
                <a:cxn ang="0">
                  <a:pos x="280" y="42"/>
                </a:cxn>
                <a:cxn ang="0">
                  <a:pos x="278" y="26"/>
                </a:cxn>
                <a:cxn ang="0">
                  <a:pos x="262" y="6"/>
                </a:cxn>
                <a:cxn ang="0">
                  <a:pos x="238" y="0"/>
                </a:cxn>
                <a:cxn ang="0">
                  <a:pos x="34" y="0"/>
                </a:cxn>
                <a:cxn ang="0">
                  <a:pos x="14" y="12"/>
                </a:cxn>
                <a:cxn ang="0">
                  <a:pos x="2" y="34"/>
                </a:cxn>
                <a:cxn ang="0">
                  <a:pos x="0" y="236"/>
                </a:cxn>
                <a:cxn ang="0">
                  <a:pos x="8" y="260"/>
                </a:cxn>
                <a:cxn ang="0">
                  <a:pos x="26" y="276"/>
                </a:cxn>
                <a:cxn ang="0">
                  <a:pos x="238" y="278"/>
                </a:cxn>
                <a:cxn ang="0">
                  <a:pos x="254" y="276"/>
                </a:cxn>
                <a:cxn ang="0">
                  <a:pos x="274" y="260"/>
                </a:cxn>
                <a:cxn ang="0">
                  <a:pos x="280" y="236"/>
                </a:cxn>
                <a:cxn ang="0">
                  <a:pos x="438" y="236"/>
                </a:cxn>
                <a:cxn ang="0">
                  <a:pos x="442" y="254"/>
                </a:cxn>
                <a:cxn ang="0">
                  <a:pos x="456" y="272"/>
                </a:cxn>
                <a:cxn ang="0">
                  <a:pos x="480" y="278"/>
                </a:cxn>
                <a:cxn ang="0">
                  <a:pos x="572" y="428"/>
                </a:cxn>
                <a:cxn ang="0">
                  <a:pos x="604" y="278"/>
                </a:cxn>
                <a:cxn ang="0">
                  <a:pos x="684" y="278"/>
                </a:cxn>
                <a:cxn ang="0">
                  <a:pos x="706" y="266"/>
                </a:cxn>
                <a:cxn ang="0">
                  <a:pos x="716" y="246"/>
                </a:cxn>
                <a:cxn ang="0">
                  <a:pos x="866" y="166"/>
                </a:cxn>
                <a:cxn ang="0">
                  <a:pos x="868" y="246"/>
                </a:cxn>
                <a:cxn ang="0">
                  <a:pos x="878" y="266"/>
                </a:cxn>
                <a:cxn ang="0">
                  <a:pos x="900" y="278"/>
                </a:cxn>
                <a:cxn ang="0">
                  <a:pos x="1104" y="278"/>
                </a:cxn>
                <a:cxn ang="0">
                  <a:pos x="1128" y="272"/>
                </a:cxn>
                <a:cxn ang="0">
                  <a:pos x="1142" y="254"/>
                </a:cxn>
                <a:cxn ang="0">
                  <a:pos x="1146" y="42"/>
                </a:cxn>
                <a:cxn ang="0">
                  <a:pos x="1142" y="26"/>
                </a:cxn>
                <a:cxn ang="0">
                  <a:pos x="1128" y="6"/>
                </a:cxn>
                <a:cxn ang="0">
                  <a:pos x="1104" y="0"/>
                </a:cxn>
              </a:cxnLst>
              <a:rect l="0" t="0" r="r" b="b"/>
              <a:pathLst>
                <a:path w="1146" h="428">
                  <a:moveTo>
                    <a:pt x="1104" y="0"/>
                  </a:moveTo>
                  <a:lnTo>
                    <a:pt x="908" y="0"/>
                  </a:lnTo>
                  <a:lnTo>
                    <a:pt x="908" y="0"/>
                  </a:lnTo>
                  <a:lnTo>
                    <a:pt x="900" y="0"/>
                  </a:lnTo>
                  <a:lnTo>
                    <a:pt x="892" y="2"/>
                  </a:lnTo>
                  <a:lnTo>
                    <a:pt x="884" y="6"/>
                  </a:lnTo>
                  <a:lnTo>
                    <a:pt x="878" y="12"/>
                  </a:lnTo>
                  <a:lnTo>
                    <a:pt x="874" y="18"/>
                  </a:lnTo>
                  <a:lnTo>
                    <a:pt x="870" y="26"/>
                  </a:lnTo>
                  <a:lnTo>
                    <a:pt x="868" y="34"/>
                  </a:lnTo>
                  <a:lnTo>
                    <a:pt x="866" y="42"/>
                  </a:lnTo>
                  <a:lnTo>
                    <a:pt x="866" y="112"/>
                  </a:lnTo>
                  <a:lnTo>
                    <a:pt x="718" y="112"/>
                  </a:lnTo>
                  <a:lnTo>
                    <a:pt x="718" y="42"/>
                  </a:lnTo>
                  <a:lnTo>
                    <a:pt x="718" y="42"/>
                  </a:lnTo>
                  <a:lnTo>
                    <a:pt x="716" y="34"/>
                  </a:lnTo>
                  <a:lnTo>
                    <a:pt x="714" y="26"/>
                  </a:lnTo>
                  <a:lnTo>
                    <a:pt x="710" y="18"/>
                  </a:lnTo>
                  <a:lnTo>
                    <a:pt x="706" y="12"/>
                  </a:lnTo>
                  <a:lnTo>
                    <a:pt x="698" y="6"/>
                  </a:lnTo>
                  <a:lnTo>
                    <a:pt x="692" y="2"/>
                  </a:lnTo>
                  <a:lnTo>
                    <a:pt x="684" y="0"/>
                  </a:lnTo>
                  <a:lnTo>
                    <a:pt x="676" y="0"/>
                  </a:lnTo>
                  <a:lnTo>
                    <a:pt x="480" y="0"/>
                  </a:lnTo>
                  <a:lnTo>
                    <a:pt x="480" y="0"/>
                  </a:lnTo>
                  <a:lnTo>
                    <a:pt x="472" y="0"/>
                  </a:lnTo>
                  <a:lnTo>
                    <a:pt x="464" y="2"/>
                  </a:lnTo>
                  <a:lnTo>
                    <a:pt x="456" y="6"/>
                  </a:lnTo>
                  <a:lnTo>
                    <a:pt x="450" y="12"/>
                  </a:lnTo>
                  <a:lnTo>
                    <a:pt x="446" y="18"/>
                  </a:lnTo>
                  <a:lnTo>
                    <a:pt x="442" y="26"/>
                  </a:lnTo>
                  <a:lnTo>
                    <a:pt x="438" y="34"/>
                  </a:lnTo>
                  <a:lnTo>
                    <a:pt x="438" y="42"/>
                  </a:lnTo>
                  <a:lnTo>
                    <a:pt x="438" y="112"/>
                  </a:lnTo>
                  <a:lnTo>
                    <a:pt x="280" y="112"/>
                  </a:lnTo>
                  <a:lnTo>
                    <a:pt x="280" y="42"/>
                  </a:lnTo>
                  <a:lnTo>
                    <a:pt x="280" y="42"/>
                  </a:lnTo>
                  <a:lnTo>
                    <a:pt x="280" y="34"/>
                  </a:lnTo>
                  <a:lnTo>
                    <a:pt x="278" y="26"/>
                  </a:lnTo>
                  <a:lnTo>
                    <a:pt x="274" y="18"/>
                  </a:lnTo>
                  <a:lnTo>
                    <a:pt x="268" y="12"/>
                  </a:lnTo>
                  <a:lnTo>
                    <a:pt x="262" y="6"/>
                  </a:lnTo>
                  <a:lnTo>
                    <a:pt x="254" y="2"/>
                  </a:lnTo>
                  <a:lnTo>
                    <a:pt x="246" y="0"/>
                  </a:lnTo>
                  <a:lnTo>
                    <a:pt x="238" y="0"/>
                  </a:lnTo>
                  <a:lnTo>
                    <a:pt x="44" y="0"/>
                  </a:lnTo>
                  <a:lnTo>
                    <a:pt x="44" y="0"/>
                  </a:lnTo>
                  <a:lnTo>
                    <a:pt x="34" y="0"/>
                  </a:lnTo>
                  <a:lnTo>
                    <a:pt x="26" y="2"/>
                  </a:lnTo>
                  <a:lnTo>
                    <a:pt x="20" y="6"/>
                  </a:lnTo>
                  <a:lnTo>
                    <a:pt x="14" y="12"/>
                  </a:lnTo>
                  <a:lnTo>
                    <a:pt x="8" y="18"/>
                  </a:lnTo>
                  <a:lnTo>
                    <a:pt x="4" y="26"/>
                  </a:lnTo>
                  <a:lnTo>
                    <a:pt x="2" y="34"/>
                  </a:lnTo>
                  <a:lnTo>
                    <a:pt x="0" y="42"/>
                  </a:lnTo>
                  <a:lnTo>
                    <a:pt x="0" y="236"/>
                  </a:lnTo>
                  <a:lnTo>
                    <a:pt x="0" y="236"/>
                  </a:lnTo>
                  <a:lnTo>
                    <a:pt x="2" y="246"/>
                  </a:lnTo>
                  <a:lnTo>
                    <a:pt x="4" y="254"/>
                  </a:lnTo>
                  <a:lnTo>
                    <a:pt x="8" y="260"/>
                  </a:lnTo>
                  <a:lnTo>
                    <a:pt x="14" y="266"/>
                  </a:lnTo>
                  <a:lnTo>
                    <a:pt x="20" y="272"/>
                  </a:lnTo>
                  <a:lnTo>
                    <a:pt x="26" y="276"/>
                  </a:lnTo>
                  <a:lnTo>
                    <a:pt x="34" y="278"/>
                  </a:lnTo>
                  <a:lnTo>
                    <a:pt x="44" y="278"/>
                  </a:lnTo>
                  <a:lnTo>
                    <a:pt x="238" y="278"/>
                  </a:lnTo>
                  <a:lnTo>
                    <a:pt x="238" y="278"/>
                  </a:lnTo>
                  <a:lnTo>
                    <a:pt x="246" y="278"/>
                  </a:lnTo>
                  <a:lnTo>
                    <a:pt x="254" y="276"/>
                  </a:lnTo>
                  <a:lnTo>
                    <a:pt x="262" y="272"/>
                  </a:lnTo>
                  <a:lnTo>
                    <a:pt x="268" y="266"/>
                  </a:lnTo>
                  <a:lnTo>
                    <a:pt x="274" y="260"/>
                  </a:lnTo>
                  <a:lnTo>
                    <a:pt x="278" y="254"/>
                  </a:lnTo>
                  <a:lnTo>
                    <a:pt x="280" y="246"/>
                  </a:lnTo>
                  <a:lnTo>
                    <a:pt x="280" y="236"/>
                  </a:lnTo>
                  <a:lnTo>
                    <a:pt x="280" y="166"/>
                  </a:lnTo>
                  <a:lnTo>
                    <a:pt x="438" y="166"/>
                  </a:lnTo>
                  <a:lnTo>
                    <a:pt x="438" y="236"/>
                  </a:lnTo>
                  <a:lnTo>
                    <a:pt x="438" y="236"/>
                  </a:lnTo>
                  <a:lnTo>
                    <a:pt x="438" y="246"/>
                  </a:lnTo>
                  <a:lnTo>
                    <a:pt x="442" y="254"/>
                  </a:lnTo>
                  <a:lnTo>
                    <a:pt x="446" y="260"/>
                  </a:lnTo>
                  <a:lnTo>
                    <a:pt x="450" y="266"/>
                  </a:lnTo>
                  <a:lnTo>
                    <a:pt x="456" y="272"/>
                  </a:lnTo>
                  <a:lnTo>
                    <a:pt x="464" y="276"/>
                  </a:lnTo>
                  <a:lnTo>
                    <a:pt x="472" y="278"/>
                  </a:lnTo>
                  <a:lnTo>
                    <a:pt x="480" y="278"/>
                  </a:lnTo>
                  <a:lnTo>
                    <a:pt x="550" y="278"/>
                  </a:lnTo>
                  <a:lnTo>
                    <a:pt x="550" y="428"/>
                  </a:lnTo>
                  <a:lnTo>
                    <a:pt x="572" y="428"/>
                  </a:lnTo>
                  <a:lnTo>
                    <a:pt x="584" y="428"/>
                  </a:lnTo>
                  <a:lnTo>
                    <a:pt x="604" y="428"/>
                  </a:lnTo>
                  <a:lnTo>
                    <a:pt x="604" y="278"/>
                  </a:lnTo>
                  <a:lnTo>
                    <a:pt x="676" y="278"/>
                  </a:lnTo>
                  <a:lnTo>
                    <a:pt x="676" y="278"/>
                  </a:lnTo>
                  <a:lnTo>
                    <a:pt x="684" y="278"/>
                  </a:lnTo>
                  <a:lnTo>
                    <a:pt x="692" y="276"/>
                  </a:lnTo>
                  <a:lnTo>
                    <a:pt x="698" y="272"/>
                  </a:lnTo>
                  <a:lnTo>
                    <a:pt x="706" y="266"/>
                  </a:lnTo>
                  <a:lnTo>
                    <a:pt x="710" y="260"/>
                  </a:lnTo>
                  <a:lnTo>
                    <a:pt x="714" y="254"/>
                  </a:lnTo>
                  <a:lnTo>
                    <a:pt x="716" y="246"/>
                  </a:lnTo>
                  <a:lnTo>
                    <a:pt x="718" y="236"/>
                  </a:lnTo>
                  <a:lnTo>
                    <a:pt x="718" y="166"/>
                  </a:lnTo>
                  <a:lnTo>
                    <a:pt x="866" y="166"/>
                  </a:lnTo>
                  <a:lnTo>
                    <a:pt x="866" y="236"/>
                  </a:lnTo>
                  <a:lnTo>
                    <a:pt x="866" y="236"/>
                  </a:lnTo>
                  <a:lnTo>
                    <a:pt x="868" y="246"/>
                  </a:lnTo>
                  <a:lnTo>
                    <a:pt x="870" y="254"/>
                  </a:lnTo>
                  <a:lnTo>
                    <a:pt x="874" y="260"/>
                  </a:lnTo>
                  <a:lnTo>
                    <a:pt x="878" y="266"/>
                  </a:lnTo>
                  <a:lnTo>
                    <a:pt x="884" y="272"/>
                  </a:lnTo>
                  <a:lnTo>
                    <a:pt x="892" y="276"/>
                  </a:lnTo>
                  <a:lnTo>
                    <a:pt x="900" y="278"/>
                  </a:lnTo>
                  <a:lnTo>
                    <a:pt x="908" y="278"/>
                  </a:lnTo>
                  <a:lnTo>
                    <a:pt x="1104" y="278"/>
                  </a:lnTo>
                  <a:lnTo>
                    <a:pt x="1104" y="278"/>
                  </a:lnTo>
                  <a:lnTo>
                    <a:pt x="1112" y="278"/>
                  </a:lnTo>
                  <a:lnTo>
                    <a:pt x="1120" y="276"/>
                  </a:lnTo>
                  <a:lnTo>
                    <a:pt x="1128" y="272"/>
                  </a:lnTo>
                  <a:lnTo>
                    <a:pt x="1134" y="266"/>
                  </a:lnTo>
                  <a:lnTo>
                    <a:pt x="1138" y="260"/>
                  </a:lnTo>
                  <a:lnTo>
                    <a:pt x="1142" y="254"/>
                  </a:lnTo>
                  <a:lnTo>
                    <a:pt x="1146" y="246"/>
                  </a:lnTo>
                  <a:lnTo>
                    <a:pt x="1146" y="236"/>
                  </a:lnTo>
                  <a:lnTo>
                    <a:pt x="1146" y="42"/>
                  </a:lnTo>
                  <a:lnTo>
                    <a:pt x="1146" y="42"/>
                  </a:lnTo>
                  <a:lnTo>
                    <a:pt x="1146" y="34"/>
                  </a:lnTo>
                  <a:lnTo>
                    <a:pt x="1142" y="26"/>
                  </a:lnTo>
                  <a:lnTo>
                    <a:pt x="1138" y="18"/>
                  </a:lnTo>
                  <a:lnTo>
                    <a:pt x="1134" y="12"/>
                  </a:lnTo>
                  <a:lnTo>
                    <a:pt x="1128" y="6"/>
                  </a:lnTo>
                  <a:lnTo>
                    <a:pt x="1120" y="2"/>
                  </a:lnTo>
                  <a:lnTo>
                    <a:pt x="1112" y="0"/>
                  </a:lnTo>
                  <a:lnTo>
                    <a:pt x="1104" y="0"/>
                  </a:lnTo>
                  <a:lnTo>
                    <a:pt x="1104"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grpSp>
      <p:grpSp>
        <p:nvGrpSpPr>
          <p:cNvPr id="18" name="Group 70"/>
          <p:cNvGrpSpPr>
            <a:grpSpLocks noChangeAspect="1"/>
          </p:cNvGrpSpPr>
          <p:nvPr userDrawn="1"/>
        </p:nvGrpSpPr>
        <p:grpSpPr bwMode="auto">
          <a:xfrm>
            <a:off x="5273896" y="3027995"/>
            <a:ext cx="806014" cy="779910"/>
            <a:chOff x="3984" y="1776"/>
            <a:chExt cx="1142" cy="1105"/>
          </a:xfrm>
          <a:solidFill>
            <a:schemeClr val="bg1"/>
          </a:solidFill>
        </p:grpSpPr>
        <p:sp>
          <p:nvSpPr>
            <p:cNvPr id="19" name="Freeform 71"/>
            <p:cNvSpPr>
              <a:spLocks/>
            </p:cNvSpPr>
            <p:nvPr/>
          </p:nvSpPr>
          <p:spPr bwMode="auto">
            <a:xfrm>
              <a:off x="4219" y="1922"/>
              <a:ext cx="103" cy="393"/>
            </a:xfrm>
            <a:custGeom>
              <a:avLst/>
              <a:gdLst/>
              <a:ahLst/>
              <a:cxnLst>
                <a:cxn ang="0">
                  <a:pos x="205" y="450"/>
                </a:cxn>
                <a:cxn ang="0">
                  <a:pos x="205" y="0"/>
                </a:cxn>
                <a:cxn ang="0">
                  <a:pos x="0" y="0"/>
                </a:cxn>
                <a:cxn ang="0">
                  <a:pos x="0" y="785"/>
                </a:cxn>
                <a:cxn ang="0">
                  <a:pos x="205" y="450"/>
                </a:cxn>
              </a:cxnLst>
              <a:rect l="0" t="0" r="r" b="b"/>
              <a:pathLst>
                <a:path w="205" h="785">
                  <a:moveTo>
                    <a:pt x="205" y="450"/>
                  </a:moveTo>
                  <a:lnTo>
                    <a:pt x="205" y="0"/>
                  </a:lnTo>
                  <a:lnTo>
                    <a:pt x="0" y="0"/>
                  </a:lnTo>
                  <a:lnTo>
                    <a:pt x="0" y="785"/>
                  </a:lnTo>
                  <a:lnTo>
                    <a:pt x="205" y="4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0" name="Freeform 72"/>
            <p:cNvSpPr>
              <a:spLocks/>
            </p:cNvSpPr>
            <p:nvPr/>
          </p:nvSpPr>
          <p:spPr bwMode="auto">
            <a:xfrm>
              <a:off x="4433" y="1776"/>
              <a:ext cx="102" cy="567"/>
            </a:xfrm>
            <a:custGeom>
              <a:avLst/>
              <a:gdLst/>
              <a:ahLst/>
              <a:cxnLst>
                <a:cxn ang="0">
                  <a:pos x="205" y="1135"/>
                </a:cxn>
                <a:cxn ang="0">
                  <a:pos x="205" y="0"/>
                </a:cxn>
                <a:cxn ang="0">
                  <a:pos x="0" y="0"/>
                </a:cxn>
                <a:cxn ang="0">
                  <a:pos x="0" y="729"/>
                </a:cxn>
                <a:cxn ang="0">
                  <a:pos x="205" y="1135"/>
                </a:cxn>
              </a:cxnLst>
              <a:rect l="0" t="0" r="r" b="b"/>
              <a:pathLst>
                <a:path w="205" h="1135">
                  <a:moveTo>
                    <a:pt x="205" y="1135"/>
                  </a:moveTo>
                  <a:lnTo>
                    <a:pt x="205" y="0"/>
                  </a:lnTo>
                  <a:lnTo>
                    <a:pt x="0" y="0"/>
                  </a:lnTo>
                  <a:lnTo>
                    <a:pt x="0" y="729"/>
                  </a:lnTo>
                  <a:lnTo>
                    <a:pt x="205" y="113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1" name="Freeform 73"/>
            <p:cNvSpPr>
              <a:spLocks/>
            </p:cNvSpPr>
            <p:nvPr/>
          </p:nvSpPr>
          <p:spPr bwMode="auto">
            <a:xfrm>
              <a:off x="4647" y="1921"/>
              <a:ext cx="102" cy="513"/>
            </a:xfrm>
            <a:custGeom>
              <a:avLst/>
              <a:gdLst/>
              <a:ahLst/>
              <a:cxnLst>
                <a:cxn ang="0">
                  <a:pos x="205" y="824"/>
                </a:cxn>
                <a:cxn ang="0">
                  <a:pos x="205" y="0"/>
                </a:cxn>
                <a:cxn ang="0">
                  <a:pos x="0" y="0"/>
                </a:cxn>
                <a:cxn ang="0">
                  <a:pos x="0" y="1027"/>
                </a:cxn>
                <a:cxn ang="0">
                  <a:pos x="205" y="824"/>
                </a:cxn>
              </a:cxnLst>
              <a:rect l="0" t="0" r="r" b="b"/>
              <a:pathLst>
                <a:path w="205" h="1027">
                  <a:moveTo>
                    <a:pt x="205" y="824"/>
                  </a:moveTo>
                  <a:lnTo>
                    <a:pt x="205" y="0"/>
                  </a:lnTo>
                  <a:lnTo>
                    <a:pt x="0" y="0"/>
                  </a:lnTo>
                  <a:lnTo>
                    <a:pt x="0" y="1027"/>
                  </a:lnTo>
                  <a:lnTo>
                    <a:pt x="205" y="82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2" name="Freeform 74"/>
            <p:cNvSpPr>
              <a:spLocks/>
            </p:cNvSpPr>
            <p:nvPr/>
          </p:nvSpPr>
          <p:spPr bwMode="auto">
            <a:xfrm>
              <a:off x="4861" y="2092"/>
              <a:ext cx="103" cy="276"/>
            </a:xfrm>
            <a:custGeom>
              <a:avLst/>
              <a:gdLst/>
              <a:ahLst/>
              <a:cxnLst>
                <a:cxn ang="0">
                  <a:pos x="205" y="552"/>
                </a:cxn>
                <a:cxn ang="0">
                  <a:pos x="205" y="0"/>
                </a:cxn>
                <a:cxn ang="0">
                  <a:pos x="0" y="0"/>
                </a:cxn>
                <a:cxn ang="0">
                  <a:pos x="0" y="420"/>
                </a:cxn>
                <a:cxn ang="0">
                  <a:pos x="205" y="552"/>
                </a:cxn>
              </a:cxnLst>
              <a:rect l="0" t="0" r="r" b="b"/>
              <a:pathLst>
                <a:path w="205" h="552">
                  <a:moveTo>
                    <a:pt x="205" y="552"/>
                  </a:moveTo>
                  <a:lnTo>
                    <a:pt x="205" y="0"/>
                  </a:lnTo>
                  <a:lnTo>
                    <a:pt x="0" y="0"/>
                  </a:lnTo>
                  <a:lnTo>
                    <a:pt x="0" y="420"/>
                  </a:lnTo>
                  <a:lnTo>
                    <a:pt x="205" y="55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3" name="Freeform 75"/>
            <p:cNvSpPr>
              <a:spLocks/>
            </p:cNvSpPr>
            <p:nvPr/>
          </p:nvSpPr>
          <p:spPr bwMode="auto">
            <a:xfrm>
              <a:off x="3987" y="2263"/>
              <a:ext cx="1139" cy="618"/>
            </a:xfrm>
            <a:custGeom>
              <a:avLst/>
              <a:gdLst/>
              <a:ahLst/>
              <a:cxnLst>
                <a:cxn ang="0">
                  <a:pos x="1952" y="1143"/>
                </a:cxn>
                <a:cxn ang="0">
                  <a:pos x="1952" y="364"/>
                </a:cxn>
                <a:cxn ang="0">
                  <a:pos x="1747" y="230"/>
                </a:cxn>
                <a:cxn ang="0">
                  <a:pos x="1747" y="1143"/>
                </a:cxn>
                <a:cxn ang="0">
                  <a:pos x="1523" y="1143"/>
                </a:cxn>
                <a:cxn ang="0">
                  <a:pos x="1523" y="328"/>
                </a:cxn>
                <a:cxn ang="0">
                  <a:pos x="1318" y="524"/>
                </a:cxn>
                <a:cxn ang="0">
                  <a:pos x="1318" y="1143"/>
                </a:cxn>
                <a:cxn ang="0">
                  <a:pos x="1096" y="1143"/>
                </a:cxn>
                <a:cxn ang="0">
                  <a:pos x="1096" y="364"/>
                </a:cxn>
                <a:cxn ang="0">
                  <a:pos x="891" y="0"/>
                </a:cxn>
                <a:cxn ang="0">
                  <a:pos x="891" y="1143"/>
                </a:cxn>
                <a:cxn ang="0">
                  <a:pos x="668" y="1143"/>
                </a:cxn>
                <a:cxn ang="0">
                  <a:pos x="668" y="42"/>
                </a:cxn>
                <a:cxn ang="0">
                  <a:pos x="463" y="329"/>
                </a:cxn>
                <a:cxn ang="0">
                  <a:pos x="463" y="1143"/>
                </a:cxn>
                <a:cxn ang="0">
                  <a:pos x="0" y="1143"/>
                </a:cxn>
                <a:cxn ang="0">
                  <a:pos x="0" y="1236"/>
                </a:cxn>
                <a:cxn ang="0">
                  <a:pos x="2222" y="1236"/>
                </a:cxn>
                <a:cxn ang="0">
                  <a:pos x="2277" y="1143"/>
                </a:cxn>
                <a:cxn ang="0">
                  <a:pos x="1952" y="1143"/>
                </a:cxn>
              </a:cxnLst>
              <a:rect l="0" t="0" r="r" b="b"/>
              <a:pathLst>
                <a:path w="2277" h="1236">
                  <a:moveTo>
                    <a:pt x="1952" y="1143"/>
                  </a:moveTo>
                  <a:lnTo>
                    <a:pt x="1952" y="364"/>
                  </a:lnTo>
                  <a:lnTo>
                    <a:pt x="1747" y="230"/>
                  </a:lnTo>
                  <a:lnTo>
                    <a:pt x="1747" y="1143"/>
                  </a:lnTo>
                  <a:lnTo>
                    <a:pt x="1523" y="1143"/>
                  </a:lnTo>
                  <a:lnTo>
                    <a:pt x="1523" y="328"/>
                  </a:lnTo>
                  <a:lnTo>
                    <a:pt x="1318" y="524"/>
                  </a:lnTo>
                  <a:lnTo>
                    <a:pt x="1318" y="1143"/>
                  </a:lnTo>
                  <a:lnTo>
                    <a:pt x="1096" y="1143"/>
                  </a:lnTo>
                  <a:lnTo>
                    <a:pt x="1096" y="364"/>
                  </a:lnTo>
                  <a:lnTo>
                    <a:pt x="891" y="0"/>
                  </a:lnTo>
                  <a:lnTo>
                    <a:pt x="891" y="1143"/>
                  </a:lnTo>
                  <a:lnTo>
                    <a:pt x="668" y="1143"/>
                  </a:lnTo>
                  <a:lnTo>
                    <a:pt x="668" y="42"/>
                  </a:lnTo>
                  <a:lnTo>
                    <a:pt x="463" y="329"/>
                  </a:lnTo>
                  <a:lnTo>
                    <a:pt x="463" y="1143"/>
                  </a:lnTo>
                  <a:lnTo>
                    <a:pt x="0" y="1143"/>
                  </a:lnTo>
                  <a:lnTo>
                    <a:pt x="0" y="1236"/>
                  </a:lnTo>
                  <a:lnTo>
                    <a:pt x="2222" y="1236"/>
                  </a:lnTo>
                  <a:lnTo>
                    <a:pt x="2277" y="1143"/>
                  </a:lnTo>
                  <a:lnTo>
                    <a:pt x="1952" y="114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4" name="Freeform 76"/>
            <p:cNvSpPr>
              <a:spLocks/>
            </p:cNvSpPr>
            <p:nvPr/>
          </p:nvSpPr>
          <p:spPr bwMode="auto">
            <a:xfrm>
              <a:off x="4130" y="2130"/>
              <a:ext cx="939" cy="482"/>
            </a:xfrm>
            <a:custGeom>
              <a:avLst/>
              <a:gdLst/>
              <a:ahLst/>
              <a:cxnLst>
                <a:cxn ang="0">
                  <a:pos x="1874" y="835"/>
                </a:cxn>
                <a:cxn ang="0">
                  <a:pos x="1380" y="502"/>
                </a:cxn>
                <a:cxn ang="0">
                  <a:pos x="930" y="942"/>
                </a:cxn>
                <a:cxn ang="0">
                  <a:pos x="488" y="147"/>
                </a:cxn>
                <a:cxn ang="0">
                  <a:pos x="2" y="963"/>
                </a:cxn>
                <a:cxn ang="0">
                  <a:pos x="0" y="812"/>
                </a:cxn>
                <a:cxn ang="0">
                  <a:pos x="492" y="0"/>
                </a:cxn>
                <a:cxn ang="0">
                  <a:pos x="943" y="814"/>
                </a:cxn>
                <a:cxn ang="0">
                  <a:pos x="1374" y="393"/>
                </a:cxn>
                <a:cxn ang="0">
                  <a:pos x="1878" y="736"/>
                </a:cxn>
                <a:cxn ang="0">
                  <a:pos x="1874" y="835"/>
                </a:cxn>
              </a:cxnLst>
              <a:rect l="0" t="0" r="r" b="b"/>
              <a:pathLst>
                <a:path w="1878" h="963">
                  <a:moveTo>
                    <a:pt x="1874" y="835"/>
                  </a:moveTo>
                  <a:lnTo>
                    <a:pt x="1380" y="502"/>
                  </a:lnTo>
                  <a:lnTo>
                    <a:pt x="930" y="942"/>
                  </a:lnTo>
                  <a:lnTo>
                    <a:pt x="488" y="147"/>
                  </a:lnTo>
                  <a:lnTo>
                    <a:pt x="2" y="963"/>
                  </a:lnTo>
                  <a:lnTo>
                    <a:pt x="0" y="812"/>
                  </a:lnTo>
                  <a:lnTo>
                    <a:pt x="492" y="0"/>
                  </a:lnTo>
                  <a:lnTo>
                    <a:pt x="943" y="814"/>
                  </a:lnTo>
                  <a:lnTo>
                    <a:pt x="1374" y="393"/>
                  </a:lnTo>
                  <a:lnTo>
                    <a:pt x="1878" y="736"/>
                  </a:lnTo>
                  <a:lnTo>
                    <a:pt x="1874" y="83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5" name="Rectangle 77"/>
            <p:cNvSpPr>
              <a:spLocks noChangeArrowheads="1"/>
            </p:cNvSpPr>
            <p:nvPr/>
          </p:nvSpPr>
          <p:spPr bwMode="auto">
            <a:xfrm>
              <a:off x="3984" y="2708"/>
              <a:ext cx="97" cy="34"/>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6" name="Rectangle 78"/>
            <p:cNvSpPr>
              <a:spLocks noChangeArrowheads="1"/>
            </p:cNvSpPr>
            <p:nvPr/>
          </p:nvSpPr>
          <p:spPr bwMode="auto">
            <a:xfrm>
              <a:off x="3984" y="2536"/>
              <a:ext cx="97" cy="3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7" name="Rectangle 79"/>
            <p:cNvSpPr>
              <a:spLocks noChangeArrowheads="1"/>
            </p:cNvSpPr>
            <p:nvPr/>
          </p:nvSpPr>
          <p:spPr bwMode="auto">
            <a:xfrm>
              <a:off x="3984" y="2363"/>
              <a:ext cx="97" cy="34"/>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8" name="Rectangle 80"/>
            <p:cNvSpPr>
              <a:spLocks noChangeArrowheads="1"/>
            </p:cNvSpPr>
            <p:nvPr/>
          </p:nvSpPr>
          <p:spPr bwMode="auto">
            <a:xfrm>
              <a:off x="3984" y="2190"/>
              <a:ext cx="97" cy="34"/>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29" name="Rectangle 81"/>
            <p:cNvSpPr>
              <a:spLocks noChangeArrowheads="1"/>
            </p:cNvSpPr>
            <p:nvPr/>
          </p:nvSpPr>
          <p:spPr bwMode="auto">
            <a:xfrm>
              <a:off x="3984" y="2026"/>
              <a:ext cx="97" cy="34"/>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algn="just"/>
              <a:endParaRPr lang="en-IN"/>
            </a:p>
          </p:txBody>
        </p:sp>
      </p:grpSp>
      <p:grpSp>
        <p:nvGrpSpPr>
          <p:cNvPr id="30" name="Group 51"/>
          <p:cNvGrpSpPr>
            <a:grpSpLocks noChangeAspect="1"/>
          </p:cNvGrpSpPr>
          <p:nvPr userDrawn="1"/>
        </p:nvGrpSpPr>
        <p:grpSpPr bwMode="auto">
          <a:xfrm>
            <a:off x="7179019" y="3118051"/>
            <a:ext cx="867710" cy="619384"/>
            <a:chOff x="2400" y="2880"/>
            <a:chExt cx="1216" cy="868"/>
          </a:xfrm>
          <a:solidFill>
            <a:schemeClr val="bg1"/>
          </a:solidFill>
        </p:grpSpPr>
        <p:sp>
          <p:nvSpPr>
            <p:cNvPr id="31" name="Freeform 52"/>
            <p:cNvSpPr>
              <a:spLocks/>
            </p:cNvSpPr>
            <p:nvPr/>
          </p:nvSpPr>
          <p:spPr bwMode="auto">
            <a:xfrm>
              <a:off x="2400" y="3120"/>
              <a:ext cx="500" cy="628"/>
            </a:xfrm>
            <a:custGeom>
              <a:avLst/>
              <a:gdLst/>
              <a:ahLst/>
              <a:cxnLst>
                <a:cxn ang="0">
                  <a:pos x="50" y="622"/>
                </a:cxn>
                <a:cxn ang="0">
                  <a:pos x="6" y="578"/>
                </a:cxn>
                <a:cxn ang="0">
                  <a:pos x="0" y="414"/>
                </a:cxn>
                <a:cxn ang="0">
                  <a:pos x="14" y="368"/>
                </a:cxn>
                <a:cxn ang="0">
                  <a:pos x="66" y="334"/>
                </a:cxn>
                <a:cxn ang="0">
                  <a:pos x="132" y="332"/>
                </a:cxn>
                <a:cxn ang="0">
                  <a:pos x="152" y="326"/>
                </a:cxn>
                <a:cxn ang="0">
                  <a:pos x="158" y="274"/>
                </a:cxn>
                <a:cxn ang="0">
                  <a:pos x="136" y="252"/>
                </a:cxn>
                <a:cxn ang="0">
                  <a:pos x="106" y="198"/>
                </a:cxn>
                <a:cxn ang="0">
                  <a:pos x="98" y="152"/>
                </a:cxn>
                <a:cxn ang="0">
                  <a:pos x="106" y="108"/>
                </a:cxn>
                <a:cxn ang="0">
                  <a:pos x="134" y="56"/>
                </a:cxn>
                <a:cxn ang="0">
                  <a:pos x="178" y="18"/>
                </a:cxn>
                <a:cxn ang="0">
                  <a:pos x="236" y="0"/>
                </a:cxn>
                <a:cxn ang="0">
                  <a:pos x="266" y="0"/>
                </a:cxn>
                <a:cxn ang="0">
                  <a:pos x="324" y="18"/>
                </a:cxn>
                <a:cxn ang="0">
                  <a:pos x="368" y="56"/>
                </a:cxn>
                <a:cxn ang="0">
                  <a:pos x="396" y="108"/>
                </a:cxn>
                <a:cxn ang="0">
                  <a:pos x="404" y="152"/>
                </a:cxn>
                <a:cxn ang="0">
                  <a:pos x="394" y="204"/>
                </a:cxn>
                <a:cxn ang="0">
                  <a:pos x="358" y="260"/>
                </a:cxn>
                <a:cxn ang="0">
                  <a:pos x="346" y="270"/>
                </a:cxn>
                <a:cxn ang="0">
                  <a:pos x="308" y="266"/>
                </a:cxn>
                <a:cxn ang="0">
                  <a:pos x="302" y="246"/>
                </a:cxn>
                <a:cxn ang="0">
                  <a:pos x="312" y="228"/>
                </a:cxn>
                <a:cxn ang="0">
                  <a:pos x="344" y="174"/>
                </a:cxn>
                <a:cxn ang="0">
                  <a:pos x="348" y="152"/>
                </a:cxn>
                <a:cxn ang="0">
                  <a:pos x="318" y="84"/>
                </a:cxn>
                <a:cxn ang="0">
                  <a:pos x="250" y="56"/>
                </a:cxn>
                <a:cxn ang="0">
                  <a:pos x="214" y="64"/>
                </a:cxn>
                <a:cxn ang="0">
                  <a:pos x="162" y="114"/>
                </a:cxn>
                <a:cxn ang="0">
                  <a:pos x="154" y="152"/>
                </a:cxn>
                <a:cxn ang="0">
                  <a:pos x="176" y="214"/>
                </a:cxn>
                <a:cxn ang="0">
                  <a:pos x="192" y="228"/>
                </a:cxn>
                <a:cxn ang="0">
                  <a:pos x="214" y="244"/>
                </a:cxn>
                <a:cxn ang="0">
                  <a:pos x="208" y="344"/>
                </a:cxn>
                <a:cxn ang="0">
                  <a:pos x="188" y="368"/>
                </a:cxn>
                <a:cxn ang="0">
                  <a:pos x="132" y="388"/>
                </a:cxn>
                <a:cxn ang="0">
                  <a:pos x="72" y="390"/>
                </a:cxn>
                <a:cxn ang="0">
                  <a:pos x="56" y="414"/>
                </a:cxn>
                <a:cxn ang="0">
                  <a:pos x="64" y="564"/>
                </a:cxn>
                <a:cxn ang="0">
                  <a:pos x="418" y="572"/>
                </a:cxn>
                <a:cxn ang="0">
                  <a:pos x="442" y="556"/>
                </a:cxn>
                <a:cxn ang="0">
                  <a:pos x="444" y="428"/>
                </a:cxn>
                <a:cxn ang="0">
                  <a:pos x="438" y="406"/>
                </a:cxn>
                <a:cxn ang="0">
                  <a:pos x="424" y="388"/>
                </a:cxn>
                <a:cxn ang="0">
                  <a:pos x="368" y="386"/>
                </a:cxn>
                <a:cxn ang="0">
                  <a:pos x="348" y="378"/>
                </a:cxn>
                <a:cxn ang="0">
                  <a:pos x="340" y="358"/>
                </a:cxn>
                <a:cxn ang="0">
                  <a:pos x="368" y="330"/>
                </a:cxn>
                <a:cxn ang="0">
                  <a:pos x="420" y="330"/>
                </a:cxn>
                <a:cxn ang="0">
                  <a:pos x="448" y="338"/>
                </a:cxn>
                <a:cxn ang="0">
                  <a:pos x="468" y="354"/>
                </a:cxn>
                <a:cxn ang="0">
                  <a:pos x="488" y="382"/>
                </a:cxn>
                <a:cxn ang="0">
                  <a:pos x="500" y="428"/>
                </a:cxn>
                <a:cxn ang="0">
                  <a:pos x="492" y="578"/>
                </a:cxn>
                <a:cxn ang="0">
                  <a:pos x="450" y="622"/>
                </a:cxn>
                <a:cxn ang="0">
                  <a:pos x="82" y="628"/>
                </a:cxn>
              </a:cxnLst>
              <a:rect l="0" t="0" r="r" b="b"/>
              <a:pathLst>
                <a:path w="500" h="628">
                  <a:moveTo>
                    <a:pt x="82" y="628"/>
                  </a:moveTo>
                  <a:lnTo>
                    <a:pt x="82" y="628"/>
                  </a:lnTo>
                  <a:lnTo>
                    <a:pt x="66" y="626"/>
                  </a:lnTo>
                  <a:lnTo>
                    <a:pt x="50" y="622"/>
                  </a:lnTo>
                  <a:lnTo>
                    <a:pt x="36" y="614"/>
                  </a:lnTo>
                  <a:lnTo>
                    <a:pt x="24" y="604"/>
                  </a:lnTo>
                  <a:lnTo>
                    <a:pt x="14" y="592"/>
                  </a:lnTo>
                  <a:lnTo>
                    <a:pt x="6" y="578"/>
                  </a:lnTo>
                  <a:lnTo>
                    <a:pt x="2" y="562"/>
                  </a:lnTo>
                  <a:lnTo>
                    <a:pt x="0" y="546"/>
                  </a:lnTo>
                  <a:lnTo>
                    <a:pt x="0" y="546"/>
                  </a:lnTo>
                  <a:lnTo>
                    <a:pt x="0" y="414"/>
                  </a:lnTo>
                  <a:lnTo>
                    <a:pt x="0" y="414"/>
                  </a:lnTo>
                  <a:lnTo>
                    <a:pt x="2" y="396"/>
                  </a:lnTo>
                  <a:lnTo>
                    <a:pt x="6" y="382"/>
                  </a:lnTo>
                  <a:lnTo>
                    <a:pt x="14" y="368"/>
                  </a:lnTo>
                  <a:lnTo>
                    <a:pt x="24" y="356"/>
                  </a:lnTo>
                  <a:lnTo>
                    <a:pt x="36" y="346"/>
                  </a:lnTo>
                  <a:lnTo>
                    <a:pt x="50" y="338"/>
                  </a:lnTo>
                  <a:lnTo>
                    <a:pt x="66" y="334"/>
                  </a:lnTo>
                  <a:lnTo>
                    <a:pt x="82" y="332"/>
                  </a:lnTo>
                  <a:lnTo>
                    <a:pt x="82" y="332"/>
                  </a:lnTo>
                  <a:lnTo>
                    <a:pt x="132" y="332"/>
                  </a:lnTo>
                  <a:lnTo>
                    <a:pt x="132" y="332"/>
                  </a:lnTo>
                  <a:lnTo>
                    <a:pt x="146" y="330"/>
                  </a:lnTo>
                  <a:lnTo>
                    <a:pt x="152" y="326"/>
                  </a:lnTo>
                  <a:lnTo>
                    <a:pt x="152" y="326"/>
                  </a:lnTo>
                  <a:lnTo>
                    <a:pt x="152" y="326"/>
                  </a:lnTo>
                  <a:lnTo>
                    <a:pt x="156" y="320"/>
                  </a:lnTo>
                  <a:lnTo>
                    <a:pt x="158" y="310"/>
                  </a:lnTo>
                  <a:lnTo>
                    <a:pt x="158" y="310"/>
                  </a:lnTo>
                  <a:lnTo>
                    <a:pt x="158" y="274"/>
                  </a:lnTo>
                  <a:lnTo>
                    <a:pt x="158" y="274"/>
                  </a:lnTo>
                  <a:lnTo>
                    <a:pt x="148" y="266"/>
                  </a:lnTo>
                  <a:lnTo>
                    <a:pt x="136" y="252"/>
                  </a:lnTo>
                  <a:lnTo>
                    <a:pt x="136" y="252"/>
                  </a:lnTo>
                  <a:lnTo>
                    <a:pt x="136" y="252"/>
                  </a:lnTo>
                  <a:lnTo>
                    <a:pt x="122" y="234"/>
                  </a:lnTo>
                  <a:lnTo>
                    <a:pt x="110" y="212"/>
                  </a:lnTo>
                  <a:lnTo>
                    <a:pt x="106" y="198"/>
                  </a:lnTo>
                  <a:lnTo>
                    <a:pt x="102" y="184"/>
                  </a:lnTo>
                  <a:lnTo>
                    <a:pt x="100" y="168"/>
                  </a:lnTo>
                  <a:lnTo>
                    <a:pt x="98" y="152"/>
                  </a:lnTo>
                  <a:lnTo>
                    <a:pt x="98" y="152"/>
                  </a:lnTo>
                  <a:lnTo>
                    <a:pt x="98" y="152"/>
                  </a:lnTo>
                  <a:lnTo>
                    <a:pt x="100" y="136"/>
                  </a:lnTo>
                  <a:lnTo>
                    <a:pt x="102" y="122"/>
                  </a:lnTo>
                  <a:lnTo>
                    <a:pt x="106" y="108"/>
                  </a:lnTo>
                  <a:lnTo>
                    <a:pt x="110" y="94"/>
                  </a:lnTo>
                  <a:lnTo>
                    <a:pt x="118" y="80"/>
                  </a:lnTo>
                  <a:lnTo>
                    <a:pt x="124" y="68"/>
                  </a:lnTo>
                  <a:lnTo>
                    <a:pt x="134" y="56"/>
                  </a:lnTo>
                  <a:lnTo>
                    <a:pt x="144" y="44"/>
                  </a:lnTo>
                  <a:lnTo>
                    <a:pt x="154" y="34"/>
                  </a:lnTo>
                  <a:lnTo>
                    <a:pt x="166" y="26"/>
                  </a:lnTo>
                  <a:lnTo>
                    <a:pt x="178" y="18"/>
                  </a:lnTo>
                  <a:lnTo>
                    <a:pt x="192" y="12"/>
                  </a:lnTo>
                  <a:lnTo>
                    <a:pt x="206" y="6"/>
                  </a:lnTo>
                  <a:lnTo>
                    <a:pt x="220" y="4"/>
                  </a:lnTo>
                  <a:lnTo>
                    <a:pt x="236" y="0"/>
                  </a:lnTo>
                  <a:lnTo>
                    <a:pt x="250" y="0"/>
                  </a:lnTo>
                  <a:lnTo>
                    <a:pt x="250" y="0"/>
                  </a:lnTo>
                  <a:lnTo>
                    <a:pt x="250" y="0"/>
                  </a:lnTo>
                  <a:lnTo>
                    <a:pt x="266" y="0"/>
                  </a:lnTo>
                  <a:lnTo>
                    <a:pt x="282" y="4"/>
                  </a:lnTo>
                  <a:lnTo>
                    <a:pt x="296" y="6"/>
                  </a:lnTo>
                  <a:lnTo>
                    <a:pt x="310" y="12"/>
                  </a:lnTo>
                  <a:lnTo>
                    <a:pt x="324" y="18"/>
                  </a:lnTo>
                  <a:lnTo>
                    <a:pt x="336" y="26"/>
                  </a:lnTo>
                  <a:lnTo>
                    <a:pt x="348" y="34"/>
                  </a:lnTo>
                  <a:lnTo>
                    <a:pt x="358" y="44"/>
                  </a:lnTo>
                  <a:lnTo>
                    <a:pt x="368" y="56"/>
                  </a:lnTo>
                  <a:lnTo>
                    <a:pt x="378" y="68"/>
                  </a:lnTo>
                  <a:lnTo>
                    <a:pt x="384" y="80"/>
                  </a:lnTo>
                  <a:lnTo>
                    <a:pt x="392" y="94"/>
                  </a:lnTo>
                  <a:lnTo>
                    <a:pt x="396" y="108"/>
                  </a:lnTo>
                  <a:lnTo>
                    <a:pt x="400" y="122"/>
                  </a:lnTo>
                  <a:lnTo>
                    <a:pt x="402" y="136"/>
                  </a:lnTo>
                  <a:lnTo>
                    <a:pt x="404" y="152"/>
                  </a:lnTo>
                  <a:lnTo>
                    <a:pt x="404" y="152"/>
                  </a:lnTo>
                  <a:lnTo>
                    <a:pt x="404" y="152"/>
                  </a:lnTo>
                  <a:lnTo>
                    <a:pt x="402" y="170"/>
                  </a:lnTo>
                  <a:lnTo>
                    <a:pt x="400" y="188"/>
                  </a:lnTo>
                  <a:lnTo>
                    <a:pt x="394" y="204"/>
                  </a:lnTo>
                  <a:lnTo>
                    <a:pt x="388" y="220"/>
                  </a:lnTo>
                  <a:lnTo>
                    <a:pt x="380" y="234"/>
                  </a:lnTo>
                  <a:lnTo>
                    <a:pt x="370" y="248"/>
                  </a:lnTo>
                  <a:lnTo>
                    <a:pt x="358" y="260"/>
                  </a:lnTo>
                  <a:lnTo>
                    <a:pt x="346" y="270"/>
                  </a:lnTo>
                  <a:lnTo>
                    <a:pt x="346" y="270"/>
                  </a:lnTo>
                  <a:lnTo>
                    <a:pt x="346" y="270"/>
                  </a:lnTo>
                  <a:lnTo>
                    <a:pt x="346" y="270"/>
                  </a:lnTo>
                  <a:lnTo>
                    <a:pt x="336" y="276"/>
                  </a:lnTo>
                  <a:lnTo>
                    <a:pt x="326" y="276"/>
                  </a:lnTo>
                  <a:lnTo>
                    <a:pt x="316" y="274"/>
                  </a:lnTo>
                  <a:lnTo>
                    <a:pt x="308" y="266"/>
                  </a:lnTo>
                  <a:lnTo>
                    <a:pt x="308" y="266"/>
                  </a:lnTo>
                  <a:lnTo>
                    <a:pt x="308" y="266"/>
                  </a:lnTo>
                  <a:lnTo>
                    <a:pt x="302" y="256"/>
                  </a:lnTo>
                  <a:lnTo>
                    <a:pt x="302" y="246"/>
                  </a:lnTo>
                  <a:lnTo>
                    <a:pt x="304" y="236"/>
                  </a:lnTo>
                  <a:lnTo>
                    <a:pt x="312" y="228"/>
                  </a:lnTo>
                  <a:lnTo>
                    <a:pt x="312" y="228"/>
                  </a:lnTo>
                  <a:lnTo>
                    <a:pt x="312" y="228"/>
                  </a:lnTo>
                  <a:lnTo>
                    <a:pt x="326" y="212"/>
                  </a:lnTo>
                  <a:lnTo>
                    <a:pt x="338" y="194"/>
                  </a:lnTo>
                  <a:lnTo>
                    <a:pt x="342" y="184"/>
                  </a:lnTo>
                  <a:lnTo>
                    <a:pt x="344" y="174"/>
                  </a:lnTo>
                  <a:lnTo>
                    <a:pt x="346" y="164"/>
                  </a:lnTo>
                  <a:lnTo>
                    <a:pt x="348" y="152"/>
                  </a:lnTo>
                  <a:lnTo>
                    <a:pt x="348" y="152"/>
                  </a:lnTo>
                  <a:lnTo>
                    <a:pt x="348" y="152"/>
                  </a:lnTo>
                  <a:lnTo>
                    <a:pt x="346" y="132"/>
                  </a:lnTo>
                  <a:lnTo>
                    <a:pt x="340" y="114"/>
                  </a:lnTo>
                  <a:lnTo>
                    <a:pt x="330" y="98"/>
                  </a:lnTo>
                  <a:lnTo>
                    <a:pt x="318" y="84"/>
                  </a:lnTo>
                  <a:lnTo>
                    <a:pt x="304" y="72"/>
                  </a:lnTo>
                  <a:lnTo>
                    <a:pt x="288" y="64"/>
                  </a:lnTo>
                  <a:lnTo>
                    <a:pt x="270" y="58"/>
                  </a:lnTo>
                  <a:lnTo>
                    <a:pt x="250" y="56"/>
                  </a:lnTo>
                  <a:lnTo>
                    <a:pt x="250" y="56"/>
                  </a:lnTo>
                  <a:lnTo>
                    <a:pt x="250" y="56"/>
                  </a:lnTo>
                  <a:lnTo>
                    <a:pt x="232" y="58"/>
                  </a:lnTo>
                  <a:lnTo>
                    <a:pt x="214" y="64"/>
                  </a:lnTo>
                  <a:lnTo>
                    <a:pt x="198" y="72"/>
                  </a:lnTo>
                  <a:lnTo>
                    <a:pt x="182" y="84"/>
                  </a:lnTo>
                  <a:lnTo>
                    <a:pt x="172" y="98"/>
                  </a:lnTo>
                  <a:lnTo>
                    <a:pt x="162" y="114"/>
                  </a:lnTo>
                  <a:lnTo>
                    <a:pt x="156" y="132"/>
                  </a:lnTo>
                  <a:lnTo>
                    <a:pt x="154" y="152"/>
                  </a:lnTo>
                  <a:lnTo>
                    <a:pt x="154" y="152"/>
                  </a:lnTo>
                  <a:lnTo>
                    <a:pt x="154" y="152"/>
                  </a:lnTo>
                  <a:lnTo>
                    <a:pt x="156" y="172"/>
                  </a:lnTo>
                  <a:lnTo>
                    <a:pt x="162" y="188"/>
                  </a:lnTo>
                  <a:lnTo>
                    <a:pt x="168" y="202"/>
                  </a:lnTo>
                  <a:lnTo>
                    <a:pt x="176" y="214"/>
                  </a:lnTo>
                  <a:lnTo>
                    <a:pt x="176" y="214"/>
                  </a:lnTo>
                  <a:lnTo>
                    <a:pt x="176" y="214"/>
                  </a:lnTo>
                  <a:lnTo>
                    <a:pt x="184" y="222"/>
                  </a:lnTo>
                  <a:lnTo>
                    <a:pt x="192" y="228"/>
                  </a:lnTo>
                  <a:lnTo>
                    <a:pt x="200" y="236"/>
                  </a:lnTo>
                  <a:lnTo>
                    <a:pt x="200" y="236"/>
                  </a:lnTo>
                  <a:lnTo>
                    <a:pt x="200" y="236"/>
                  </a:lnTo>
                  <a:lnTo>
                    <a:pt x="214" y="244"/>
                  </a:lnTo>
                  <a:lnTo>
                    <a:pt x="214" y="310"/>
                  </a:lnTo>
                  <a:lnTo>
                    <a:pt x="214" y="310"/>
                  </a:lnTo>
                  <a:lnTo>
                    <a:pt x="212" y="328"/>
                  </a:lnTo>
                  <a:lnTo>
                    <a:pt x="208" y="344"/>
                  </a:lnTo>
                  <a:lnTo>
                    <a:pt x="200" y="358"/>
                  </a:lnTo>
                  <a:lnTo>
                    <a:pt x="188" y="368"/>
                  </a:lnTo>
                  <a:lnTo>
                    <a:pt x="188" y="368"/>
                  </a:lnTo>
                  <a:lnTo>
                    <a:pt x="188" y="368"/>
                  </a:lnTo>
                  <a:lnTo>
                    <a:pt x="176" y="378"/>
                  </a:lnTo>
                  <a:lnTo>
                    <a:pt x="162" y="384"/>
                  </a:lnTo>
                  <a:lnTo>
                    <a:pt x="148" y="386"/>
                  </a:lnTo>
                  <a:lnTo>
                    <a:pt x="132" y="388"/>
                  </a:lnTo>
                  <a:lnTo>
                    <a:pt x="132" y="388"/>
                  </a:lnTo>
                  <a:lnTo>
                    <a:pt x="82" y="388"/>
                  </a:lnTo>
                  <a:lnTo>
                    <a:pt x="82" y="388"/>
                  </a:lnTo>
                  <a:lnTo>
                    <a:pt x="72" y="390"/>
                  </a:lnTo>
                  <a:lnTo>
                    <a:pt x="64" y="396"/>
                  </a:lnTo>
                  <a:lnTo>
                    <a:pt x="58" y="404"/>
                  </a:lnTo>
                  <a:lnTo>
                    <a:pt x="56" y="414"/>
                  </a:lnTo>
                  <a:lnTo>
                    <a:pt x="56" y="414"/>
                  </a:lnTo>
                  <a:lnTo>
                    <a:pt x="56" y="546"/>
                  </a:lnTo>
                  <a:lnTo>
                    <a:pt x="56" y="546"/>
                  </a:lnTo>
                  <a:lnTo>
                    <a:pt x="58" y="556"/>
                  </a:lnTo>
                  <a:lnTo>
                    <a:pt x="64" y="564"/>
                  </a:lnTo>
                  <a:lnTo>
                    <a:pt x="72" y="570"/>
                  </a:lnTo>
                  <a:lnTo>
                    <a:pt x="82" y="572"/>
                  </a:lnTo>
                  <a:lnTo>
                    <a:pt x="82" y="572"/>
                  </a:lnTo>
                  <a:lnTo>
                    <a:pt x="418" y="572"/>
                  </a:lnTo>
                  <a:lnTo>
                    <a:pt x="418" y="572"/>
                  </a:lnTo>
                  <a:lnTo>
                    <a:pt x="428" y="570"/>
                  </a:lnTo>
                  <a:lnTo>
                    <a:pt x="436" y="564"/>
                  </a:lnTo>
                  <a:lnTo>
                    <a:pt x="442" y="556"/>
                  </a:lnTo>
                  <a:lnTo>
                    <a:pt x="444" y="546"/>
                  </a:lnTo>
                  <a:lnTo>
                    <a:pt x="444" y="546"/>
                  </a:lnTo>
                  <a:lnTo>
                    <a:pt x="444" y="428"/>
                  </a:lnTo>
                  <a:lnTo>
                    <a:pt x="444" y="428"/>
                  </a:lnTo>
                  <a:lnTo>
                    <a:pt x="442" y="418"/>
                  </a:lnTo>
                  <a:lnTo>
                    <a:pt x="438" y="406"/>
                  </a:lnTo>
                  <a:lnTo>
                    <a:pt x="438" y="406"/>
                  </a:lnTo>
                  <a:lnTo>
                    <a:pt x="438" y="406"/>
                  </a:lnTo>
                  <a:lnTo>
                    <a:pt x="430" y="396"/>
                  </a:lnTo>
                  <a:lnTo>
                    <a:pt x="424" y="388"/>
                  </a:lnTo>
                  <a:lnTo>
                    <a:pt x="424" y="388"/>
                  </a:lnTo>
                  <a:lnTo>
                    <a:pt x="424" y="388"/>
                  </a:lnTo>
                  <a:lnTo>
                    <a:pt x="420" y="386"/>
                  </a:lnTo>
                  <a:lnTo>
                    <a:pt x="420" y="386"/>
                  </a:lnTo>
                  <a:lnTo>
                    <a:pt x="420" y="386"/>
                  </a:lnTo>
                  <a:lnTo>
                    <a:pt x="368" y="386"/>
                  </a:lnTo>
                  <a:lnTo>
                    <a:pt x="368" y="386"/>
                  </a:lnTo>
                  <a:lnTo>
                    <a:pt x="368" y="386"/>
                  </a:lnTo>
                  <a:lnTo>
                    <a:pt x="356" y="384"/>
                  </a:lnTo>
                  <a:lnTo>
                    <a:pt x="348" y="378"/>
                  </a:lnTo>
                  <a:lnTo>
                    <a:pt x="342" y="370"/>
                  </a:lnTo>
                  <a:lnTo>
                    <a:pt x="340" y="358"/>
                  </a:lnTo>
                  <a:lnTo>
                    <a:pt x="340" y="358"/>
                  </a:lnTo>
                  <a:lnTo>
                    <a:pt x="340" y="358"/>
                  </a:lnTo>
                  <a:lnTo>
                    <a:pt x="342" y="348"/>
                  </a:lnTo>
                  <a:lnTo>
                    <a:pt x="348" y="338"/>
                  </a:lnTo>
                  <a:lnTo>
                    <a:pt x="356" y="332"/>
                  </a:lnTo>
                  <a:lnTo>
                    <a:pt x="368" y="330"/>
                  </a:lnTo>
                  <a:lnTo>
                    <a:pt x="368" y="330"/>
                  </a:lnTo>
                  <a:lnTo>
                    <a:pt x="368" y="330"/>
                  </a:lnTo>
                  <a:lnTo>
                    <a:pt x="420" y="330"/>
                  </a:lnTo>
                  <a:lnTo>
                    <a:pt x="420" y="330"/>
                  </a:lnTo>
                  <a:lnTo>
                    <a:pt x="420" y="330"/>
                  </a:lnTo>
                  <a:lnTo>
                    <a:pt x="430" y="332"/>
                  </a:lnTo>
                  <a:lnTo>
                    <a:pt x="440" y="334"/>
                  </a:lnTo>
                  <a:lnTo>
                    <a:pt x="448" y="338"/>
                  </a:lnTo>
                  <a:lnTo>
                    <a:pt x="456" y="342"/>
                  </a:lnTo>
                  <a:lnTo>
                    <a:pt x="456" y="342"/>
                  </a:lnTo>
                  <a:lnTo>
                    <a:pt x="456" y="342"/>
                  </a:lnTo>
                  <a:lnTo>
                    <a:pt x="468" y="354"/>
                  </a:lnTo>
                  <a:lnTo>
                    <a:pt x="480" y="366"/>
                  </a:lnTo>
                  <a:lnTo>
                    <a:pt x="480" y="366"/>
                  </a:lnTo>
                  <a:lnTo>
                    <a:pt x="480" y="366"/>
                  </a:lnTo>
                  <a:lnTo>
                    <a:pt x="488" y="382"/>
                  </a:lnTo>
                  <a:lnTo>
                    <a:pt x="494" y="396"/>
                  </a:lnTo>
                  <a:lnTo>
                    <a:pt x="498" y="412"/>
                  </a:lnTo>
                  <a:lnTo>
                    <a:pt x="500" y="428"/>
                  </a:lnTo>
                  <a:lnTo>
                    <a:pt x="500" y="428"/>
                  </a:lnTo>
                  <a:lnTo>
                    <a:pt x="500" y="546"/>
                  </a:lnTo>
                  <a:lnTo>
                    <a:pt x="500" y="546"/>
                  </a:lnTo>
                  <a:lnTo>
                    <a:pt x="498" y="562"/>
                  </a:lnTo>
                  <a:lnTo>
                    <a:pt x="492" y="578"/>
                  </a:lnTo>
                  <a:lnTo>
                    <a:pt x="486" y="592"/>
                  </a:lnTo>
                  <a:lnTo>
                    <a:pt x="476" y="604"/>
                  </a:lnTo>
                  <a:lnTo>
                    <a:pt x="464" y="614"/>
                  </a:lnTo>
                  <a:lnTo>
                    <a:pt x="450" y="622"/>
                  </a:lnTo>
                  <a:lnTo>
                    <a:pt x="434" y="626"/>
                  </a:lnTo>
                  <a:lnTo>
                    <a:pt x="418" y="628"/>
                  </a:lnTo>
                  <a:lnTo>
                    <a:pt x="418" y="628"/>
                  </a:lnTo>
                  <a:lnTo>
                    <a:pt x="82" y="628"/>
                  </a:lnTo>
                  <a:lnTo>
                    <a:pt x="82" y="62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32" name="Freeform 53"/>
            <p:cNvSpPr>
              <a:spLocks noEditPoints="1"/>
            </p:cNvSpPr>
            <p:nvPr/>
          </p:nvSpPr>
          <p:spPr bwMode="auto">
            <a:xfrm>
              <a:off x="2930" y="2880"/>
              <a:ext cx="686" cy="568"/>
            </a:xfrm>
            <a:custGeom>
              <a:avLst/>
              <a:gdLst/>
              <a:ahLst/>
              <a:cxnLst>
                <a:cxn ang="0">
                  <a:pos x="168" y="568"/>
                </a:cxn>
                <a:cxn ang="0">
                  <a:pos x="134" y="564"/>
                </a:cxn>
                <a:cxn ang="0">
                  <a:pos x="102" y="556"/>
                </a:cxn>
                <a:cxn ang="0">
                  <a:pos x="74" y="540"/>
                </a:cxn>
                <a:cxn ang="0">
                  <a:pos x="48" y="520"/>
                </a:cxn>
                <a:cxn ang="0">
                  <a:pos x="28" y="496"/>
                </a:cxn>
                <a:cxn ang="0">
                  <a:pos x="12" y="468"/>
                </a:cxn>
                <a:cxn ang="0">
                  <a:pos x="2" y="438"/>
                </a:cxn>
                <a:cxn ang="0">
                  <a:pos x="0" y="404"/>
                </a:cxn>
                <a:cxn ang="0">
                  <a:pos x="0" y="162"/>
                </a:cxn>
                <a:cxn ang="0">
                  <a:pos x="0" y="146"/>
                </a:cxn>
                <a:cxn ang="0">
                  <a:pos x="6" y="114"/>
                </a:cxn>
                <a:cxn ang="0">
                  <a:pos x="20" y="84"/>
                </a:cxn>
                <a:cxn ang="0">
                  <a:pos x="38" y="58"/>
                </a:cxn>
                <a:cxn ang="0">
                  <a:pos x="60" y="36"/>
                </a:cxn>
                <a:cxn ang="0">
                  <a:pos x="88" y="20"/>
                </a:cxn>
                <a:cxn ang="0">
                  <a:pos x="118" y="6"/>
                </a:cxn>
                <a:cxn ang="0">
                  <a:pos x="150" y="0"/>
                </a:cxn>
                <a:cxn ang="0">
                  <a:pos x="168" y="0"/>
                </a:cxn>
                <a:cxn ang="0">
                  <a:pos x="518" y="0"/>
                </a:cxn>
                <a:cxn ang="0">
                  <a:pos x="552" y="2"/>
                </a:cxn>
                <a:cxn ang="0">
                  <a:pos x="582" y="12"/>
                </a:cxn>
                <a:cxn ang="0">
                  <a:pos x="612" y="28"/>
                </a:cxn>
                <a:cxn ang="0">
                  <a:pos x="636" y="48"/>
                </a:cxn>
                <a:cxn ang="0">
                  <a:pos x="656" y="72"/>
                </a:cxn>
                <a:cxn ang="0">
                  <a:pos x="672" y="98"/>
                </a:cxn>
                <a:cxn ang="0">
                  <a:pos x="682" y="130"/>
                </a:cxn>
                <a:cxn ang="0">
                  <a:pos x="686" y="162"/>
                </a:cxn>
                <a:cxn ang="0">
                  <a:pos x="686" y="404"/>
                </a:cxn>
                <a:cxn ang="0">
                  <a:pos x="684" y="422"/>
                </a:cxn>
                <a:cxn ang="0">
                  <a:pos x="678" y="454"/>
                </a:cxn>
                <a:cxn ang="0">
                  <a:pos x="666" y="482"/>
                </a:cxn>
                <a:cxn ang="0">
                  <a:pos x="648" y="508"/>
                </a:cxn>
                <a:cxn ang="0">
                  <a:pos x="624" y="532"/>
                </a:cxn>
                <a:cxn ang="0">
                  <a:pos x="598" y="548"/>
                </a:cxn>
                <a:cxn ang="0">
                  <a:pos x="568" y="560"/>
                </a:cxn>
                <a:cxn ang="0">
                  <a:pos x="534" y="568"/>
                </a:cxn>
                <a:cxn ang="0">
                  <a:pos x="518" y="568"/>
                </a:cxn>
                <a:cxn ang="0">
                  <a:pos x="168" y="568"/>
                </a:cxn>
                <a:cxn ang="0">
                  <a:pos x="58" y="404"/>
                </a:cxn>
                <a:cxn ang="0">
                  <a:pos x="60" y="426"/>
                </a:cxn>
                <a:cxn ang="0">
                  <a:pos x="76" y="462"/>
                </a:cxn>
                <a:cxn ang="0">
                  <a:pos x="106" y="490"/>
                </a:cxn>
                <a:cxn ang="0">
                  <a:pos x="146" y="506"/>
                </a:cxn>
                <a:cxn ang="0">
                  <a:pos x="168" y="508"/>
                </a:cxn>
                <a:cxn ang="0">
                  <a:pos x="518" y="508"/>
                </a:cxn>
                <a:cxn ang="0">
                  <a:pos x="560" y="500"/>
                </a:cxn>
                <a:cxn ang="0">
                  <a:pos x="594" y="478"/>
                </a:cxn>
                <a:cxn ang="0">
                  <a:pos x="618" y="444"/>
                </a:cxn>
                <a:cxn ang="0">
                  <a:pos x="626" y="404"/>
                </a:cxn>
                <a:cxn ang="0">
                  <a:pos x="626" y="162"/>
                </a:cxn>
                <a:cxn ang="0">
                  <a:pos x="624" y="142"/>
                </a:cxn>
                <a:cxn ang="0">
                  <a:pos x="608" y="106"/>
                </a:cxn>
                <a:cxn ang="0">
                  <a:pos x="578" y="76"/>
                </a:cxn>
                <a:cxn ang="0">
                  <a:pos x="540" y="60"/>
                </a:cxn>
                <a:cxn ang="0">
                  <a:pos x="518" y="58"/>
                </a:cxn>
                <a:cxn ang="0">
                  <a:pos x="168" y="58"/>
                </a:cxn>
                <a:cxn ang="0">
                  <a:pos x="124" y="68"/>
                </a:cxn>
                <a:cxn ang="0">
                  <a:pos x="90" y="90"/>
                </a:cxn>
                <a:cxn ang="0">
                  <a:pos x="66" y="122"/>
                </a:cxn>
                <a:cxn ang="0">
                  <a:pos x="58" y="162"/>
                </a:cxn>
              </a:cxnLst>
              <a:rect l="0" t="0" r="r" b="b"/>
              <a:pathLst>
                <a:path w="686" h="568">
                  <a:moveTo>
                    <a:pt x="168" y="568"/>
                  </a:moveTo>
                  <a:lnTo>
                    <a:pt x="168" y="568"/>
                  </a:lnTo>
                  <a:lnTo>
                    <a:pt x="150" y="568"/>
                  </a:lnTo>
                  <a:lnTo>
                    <a:pt x="134" y="564"/>
                  </a:lnTo>
                  <a:lnTo>
                    <a:pt x="118" y="560"/>
                  </a:lnTo>
                  <a:lnTo>
                    <a:pt x="102" y="556"/>
                  </a:lnTo>
                  <a:lnTo>
                    <a:pt x="88" y="548"/>
                  </a:lnTo>
                  <a:lnTo>
                    <a:pt x="74" y="540"/>
                  </a:lnTo>
                  <a:lnTo>
                    <a:pt x="60" y="532"/>
                  </a:lnTo>
                  <a:lnTo>
                    <a:pt x="48" y="520"/>
                  </a:lnTo>
                  <a:lnTo>
                    <a:pt x="38" y="508"/>
                  </a:lnTo>
                  <a:lnTo>
                    <a:pt x="28" y="496"/>
                  </a:lnTo>
                  <a:lnTo>
                    <a:pt x="20" y="482"/>
                  </a:lnTo>
                  <a:lnTo>
                    <a:pt x="12" y="468"/>
                  </a:lnTo>
                  <a:lnTo>
                    <a:pt x="6" y="454"/>
                  </a:lnTo>
                  <a:lnTo>
                    <a:pt x="2" y="438"/>
                  </a:lnTo>
                  <a:lnTo>
                    <a:pt x="0" y="422"/>
                  </a:lnTo>
                  <a:lnTo>
                    <a:pt x="0" y="404"/>
                  </a:lnTo>
                  <a:lnTo>
                    <a:pt x="0" y="404"/>
                  </a:lnTo>
                  <a:lnTo>
                    <a:pt x="0" y="162"/>
                  </a:lnTo>
                  <a:lnTo>
                    <a:pt x="0" y="162"/>
                  </a:lnTo>
                  <a:lnTo>
                    <a:pt x="0" y="146"/>
                  </a:lnTo>
                  <a:lnTo>
                    <a:pt x="2" y="130"/>
                  </a:lnTo>
                  <a:lnTo>
                    <a:pt x="6" y="114"/>
                  </a:lnTo>
                  <a:lnTo>
                    <a:pt x="12" y="98"/>
                  </a:lnTo>
                  <a:lnTo>
                    <a:pt x="20" y="84"/>
                  </a:lnTo>
                  <a:lnTo>
                    <a:pt x="28" y="72"/>
                  </a:lnTo>
                  <a:lnTo>
                    <a:pt x="38" y="58"/>
                  </a:lnTo>
                  <a:lnTo>
                    <a:pt x="48" y="48"/>
                  </a:lnTo>
                  <a:lnTo>
                    <a:pt x="60" y="36"/>
                  </a:lnTo>
                  <a:lnTo>
                    <a:pt x="74" y="28"/>
                  </a:lnTo>
                  <a:lnTo>
                    <a:pt x="88" y="20"/>
                  </a:lnTo>
                  <a:lnTo>
                    <a:pt x="102" y="12"/>
                  </a:lnTo>
                  <a:lnTo>
                    <a:pt x="118" y="6"/>
                  </a:lnTo>
                  <a:lnTo>
                    <a:pt x="134" y="2"/>
                  </a:lnTo>
                  <a:lnTo>
                    <a:pt x="150" y="0"/>
                  </a:lnTo>
                  <a:lnTo>
                    <a:pt x="168" y="0"/>
                  </a:lnTo>
                  <a:lnTo>
                    <a:pt x="168" y="0"/>
                  </a:lnTo>
                  <a:lnTo>
                    <a:pt x="518" y="0"/>
                  </a:lnTo>
                  <a:lnTo>
                    <a:pt x="518" y="0"/>
                  </a:lnTo>
                  <a:lnTo>
                    <a:pt x="534" y="0"/>
                  </a:lnTo>
                  <a:lnTo>
                    <a:pt x="552" y="2"/>
                  </a:lnTo>
                  <a:lnTo>
                    <a:pt x="568" y="6"/>
                  </a:lnTo>
                  <a:lnTo>
                    <a:pt x="582" y="12"/>
                  </a:lnTo>
                  <a:lnTo>
                    <a:pt x="598" y="20"/>
                  </a:lnTo>
                  <a:lnTo>
                    <a:pt x="612" y="28"/>
                  </a:lnTo>
                  <a:lnTo>
                    <a:pt x="624" y="36"/>
                  </a:lnTo>
                  <a:lnTo>
                    <a:pt x="636" y="48"/>
                  </a:lnTo>
                  <a:lnTo>
                    <a:pt x="648" y="58"/>
                  </a:lnTo>
                  <a:lnTo>
                    <a:pt x="656" y="72"/>
                  </a:lnTo>
                  <a:lnTo>
                    <a:pt x="666" y="84"/>
                  </a:lnTo>
                  <a:lnTo>
                    <a:pt x="672" y="98"/>
                  </a:lnTo>
                  <a:lnTo>
                    <a:pt x="678" y="114"/>
                  </a:lnTo>
                  <a:lnTo>
                    <a:pt x="682" y="130"/>
                  </a:lnTo>
                  <a:lnTo>
                    <a:pt x="684" y="146"/>
                  </a:lnTo>
                  <a:lnTo>
                    <a:pt x="686" y="162"/>
                  </a:lnTo>
                  <a:lnTo>
                    <a:pt x="686" y="162"/>
                  </a:lnTo>
                  <a:lnTo>
                    <a:pt x="686" y="404"/>
                  </a:lnTo>
                  <a:lnTo>
                    <a:pt x="686" y="404"/>
                  </a:lnTo>
                  <a:lnTo>
                    <a:pt x="684" y="422"/>
                  </a:lnTo>
                  <a:lnTo>
                    <a:pt x="682" y="438"/>
                  </a:lnTo>
                  <a:lnTo>
                    <a:pt x="678" y="454"/>
                  </a:lnTo>
                  <a:lnTo>
                    <a:pt x="672" y="468"/>
                  </a:lnTo>
                  <a:lnTo>
                    <a:pt x="666" y="482"/>
                  </a:lnTo>
                  <a:lnTo>
                    <a:pt x="656" y="496"/>
                  </a:lnTo>
                  <a:lnTo>
                    <a:pt x="648" y="508"/>
                  </a:lnTo>
                  <a:lnTo>
                    <a:pt x="636" y="520"/>
                  </a:lnTo>
                  <a:lnTo>
                    <a:pt x="624" y="532"/>
                  </a:lnTo>
                  <a:lnTo>
                    <a:pt x="612" y="540"/>
                  </a:lnTo>
                  <a:lnTo>
                    <a:pt x="598" y="548"/>
                  </a:lnTo>
                  <a:lnTo>
                    <a:pt x="582" y="556"/>
                  </a:lnTo>
                  <a:lnTo>
                    <a:pt x="568" y="560"/>
                  </a:lnTo>
                  <a:lnTo>
                    <a:pt x="552" y="564"/>
                  </a:lnTo>
                  <a:lnTo>
                    <a:pt x="534" y="568"/>
                  </a:lnTo>
                  <a:lnTo>
                    <a:pt x="518" y="568"/>
                  </a:lnTo>
                  <a:lnTo>
                    <a:pt x="518" y="568"/>
                  </a:lnTo>
                  <a:lnTo>
                    <a:pt x="168" y="568"/>
                  </a:lnTo>
                  <a:lnTo>
                    <a:pt x="168" y="568"/>
                  </a:lnTo>
                  <a:close/>
                  <a:moveTo>
                    <a:pt x="58" y="162"/>
                  </a:moveTo>
                  <a:lnTo>
                    <a:pt x="58" y="404"/>
                  </a:lnTo>
                  <a:lnTo>
                    <a:pt x="58" y="404"/>
                  </a:lnTo>
                  <a:lnTo>
                    <a:pt x="60" y="426"/>
                  </a:lnTo>
                  <a:lnTo>
                    <a:pt x="66" y="444"/>
                  </a:lnTo>
                  <a:lnTo>
                    <a:pt x="76" y="462"/>
                  </a:lnTo>
                  <a:lnTo>
                    <a:pt x="90" y="478"/>
                  </a:lnTo>
                  <a:lnTo>
                    <a:pt x="106" y="490"/>
                  </a:lnTo>
                  <a:lnTo>
                    <a:pt x="124" y="500"/>
                  </a:lnTo>
                  <a:lnTo>
                    <a:pt x="146" y="506"/>
                  </a:lnTo>
                  <a:lnTo>
                    <a:pt x="168" y="508"/>
                  </a:lnTo>
                  <a:lnTo>
                    <a:pt x="168" y="508"/>
                  </a:lnTo>
                  <a:lnTo>
                    <a:pt x="518" y="508"/>
                  </a:lnTo>
                  <a:lnTo>
                    <a:pt x="518" y="508"/>
                  </a:lnTo>
                  <a:lnTo>
                    <a:pt x="540" y="506"/>
                  </a:lnTo>
                  <a:lnTo>
                    <a:pt x="560" y="500"/>
                  </a:lnTo>
                  <a:lnTo>
                    <a:pt x="578" y="490"/>
                  </a:lnTo>
                  <a:lnTo>
                    <a:pt x="594" y="478"/>
                  </a:lnTo>
                  <a:lnTo>
                    <a:pt x="608" y="462"/>
                  </a:lnTo>
                  <a:lnTo>
                    <a:pt x="618" y="444"/>
                  </a:lnTo>
                  <a:lnTo>
                    <a:pt x="624" y="426"/>
                  </a:lnTo>
                  <a:lnTo>
                    <a:pt x="626" y="404"/>
                  </a:lnTo>
                  <a:lnTo>
                    <a:pt x="626" y="404"/>
                  </a:lnTo>
                  <a:lnTo>
                    <a:pt x="626" y="162"/>
                  </a:lnTo>
                  <a:lnTo>
                    <a:pt x="626" y="162"/>
                  </a:lnTo>
                  <a:lnTo>
                    <a:pt x="624" y="142"/>
                  </a:lnTo>
                  <a:lnTo>
                    <a:pt x="618" y="122"/>
                  </a:lnTo>
                  <a:lnTo>
                    <a:pt x="608" y="106"/>
                  </a:lnTo>
                  <a:lnTo>
                    <a:pt x="594" y="90"/>
                  </a:lnTo>
                  <a:lnTo>
                    <a:pt x="578" y="76"/>
                  </a:lnTo>
                  <a:lnTo>
                    <a:pt x="560" y="68"/>
                  </a:lnTo>
                  <a:lnTo>
                    <a:pt x="540" y="60"/>
                  </a:lnTo>
                  <a:lnTo>
                    <a:pt x="518" y="58"/>
                  </a:lnTo>
                  <a:lnTo>
                    <a:pt x="518" y="58"/>
                  </a:lnTo>
                  <a:lnTo>
                    <a:pt x="168" y="58"/>
                  </a:lnTo>
                  <a:lnTo>
                    <a:pt x="168" y="58"/>
                  </a:lnTo>
                  <a:lnTo>
                    <a:pt x="146" y="60"/>
                  </a:lnTo>
                  <a:lnTo>
                    <a:pt x="124" y="68"/>
                  </a:lnTo>
                  <a:lnTo>
                    <a:pt x="106" y="76"/>
                  </a:lnTo>
                  <a:lnTo>
                    <a:pt x="90" y="90"/>
                  </a:lnTo>
                  <a:lnTo>
                    <a:pt x="76" y="106"/>
                  </a:lnTo>
                  <a:lnTo>
                    <a:pt x="66" y="122"/>
                  </a:lnTo>
                  <a:lnTo>
                    <a:pt x="60" y="142"/>
                  </a:lnTo>
                  <a:lnTo>
                    <a:pt x="58" y="162"/>
                  </a:lnTo>
                  <a:lnTo>
                    <a:pt x="58" y="16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33" name="Freeform 54"/>
            <p:cNvSpPr>
              <a:spLocks/>
            </p:cNvSpPr>
            <p:nvPr/>
          </p:nvSpPr>
          <p:spPr bwMode="auto">
            <a:xfrm>
              <a:off x="2958" y="3386"/>
              <a:ext cx="558" cy="172"/>
            </a:xfrm>
            <a:custGeom>
              <a:avLst/>
              <a:gdLst/>
              <a:ahLst/>
              <a:cxnLst>
                <a:cxn ang="0">
                  <a:pos x="0" y="148"/>
                </a:cxn>
                <a:cxn ang="0">
                  <a:pos x="0" y="148"/>
                </a:cxn>
                <a:cxn ang="0">
                  <a:pos x="0" y="142"/>
                </a:cxn>
                <a:cxn ang="0">
                  <a:pos x="0" y="138"/>
                </a:cxn>
                <a:cxn ang="0">
                  <a:pos x="4" y="126"/>
                </a:cxn>
                <a:cxn ang="0">
                  <a:pos x="12" y="118"/>
                </a:cxn>
                <a:cxn ang="0">
                  <a:pos x="16" y="116"/>
                </a:cxn>
                <a:cxn ang="0">
                  <a:pos x="22" y="114"/>
                </a:cxn>
                <a:cxn ang="0">
                  <a:pos x="22" y="114"/>
                </a:cxn>
                <a:cxn ang="0">
                  <a:pos x="522" y="0"/>
                </a:cxn>
                <a:cxn ang="0">
                  <a:pos x="522" y="0"/>
                </a:cxn>
                <a:cxn ang="0">
                  <a:pos x="528" y="0"/>
                </a:cxn>
                <a:cxn ang="0">
                  <a:pos x="532" y="0"/>
                </a:cxn>
                <a:cxn ang="0">
                  <a:pos x="544" y="4"/>
                </a:cxn>
                <a:cxn ang="0">
                  <a:pos x="552" y="12"/>
                </a:cxn>
                <a:cxn ang="0">
                  <a:pos x="554" y="18"/>
                </a:cxn>
                <a:cxn ang="0">
                  <a:pos x="556" y="22"/>
                </a:cxn>
                <a:cxn ang="0">
                  <a:pos x="556" y="22"/>
                </a:cxn>
                <a:cxn ang="0">
                  <a:pos x="556" y="22"/>
                </a:cxn>
                <a:cxn ang="0">
                  <a:pos x="558" y="28"/>
                </a:cxn>
                <a:cxn ang="0">
                  <a:pos x="556" y="34"/>
                </a:cxn>
                <a:cxn ang="0">
                  <a:pos x="552" y="46"/>
                </a:cxn>
                <a:cxn ang="0">
                  <a:pos x="544" y="54"/>
                </a:cxn>
                <a:cxn ang="0">
                  <a:pos x="540" y="56"/>
                </a:cxn>
                <a:cxn ang="0">
                  <a:pos x="534" y="58"/>
                </a:cxn>
                <a:cxn ang="0">
                  <a:pos x="534" y="58"/>
                </a:cxn>
                <a:cxn ang="0">
                  <a:pos x="36" y="172"/>
                </a:cxn>
                <a:cxn ang="0">
                  <a:pos x="36" y="172"/>
                </a:cxn>
                <a:cxn ang="0">
                  <a:pos x="30" y="172"/>
                </a:cxn>
                <a:cxn ang="0">
                  <a:pos x="30" y="172"/>
                </a:cxn>
                <a:cxn ang="0">
                  <a:pos x="30" y="172"/>
                </a:cxn>
                <a:cxn ang="0">
                  <a:pos x="20" y="170"/>
                </a:cxn>
                <a:cxn ang="0">
                  <a:pos x="10" y="166"/>
                </a:cxn>
                <a:cxn ang="0">
                  <a:pos x="4" y="158"/>
                </a:cxn>
                <a:cxn ang="0">
                  <a:pos x="0" y="148"/>
                </a:cxn>
                <a:cxn ang="0">
                  <a:pos x="0" y="148"/>
                </a:cxn>
              </a:cxnLst>
              <a:rect l="0" t="0" r="r" b="b"/>
              <a:pathLst>
                <a:path w="558" h="172">
                  <a:moveTo>
                    <a:pt x="0" y="148"/>
                  </a:moveTo>
                  <a:lnTo>
                    <a:pt x="0" y="148"/>
                  </a:lnTo>
                  <a:lnTo>
                    <a:pt x="0" y="142"/>
                  </a:lnTo>
                  <a:lnTo>
                    <a:pt x="0" y="138"/>
                  </a:lnTo>
                  <a:lnTo>
                    <a:pt x="4" y="126"/>
                  </a:lnTo>
                  <a:lnTo>
                    <a:pt x="12" y="118"/>
                  </a:lnTo>
                  <a:lnTo>
                    <a:pt x="16" y="116"/>
                  </a:lnTo>
                  <a:lnTo>
                    <a:pt x="22" y="114"/>
                  </a:lnTo>
                  <a:lnTo>
                    <a:pt x="22" y="114"/>
                  </a:lnTo>
                  <a:lnTo>
                    <a:pt x="522" y="0"/>
                  </a:lnTo>
                  <a:lnTo>
                    <a:pt x="522" y="0"/>
                  </a:lnTo>
                  <a:lnTo>
                    <a:pt x="528" y="0"/>
                  </a:lnTo>
                  <a:lnTo>
                    <a:pt x="532" y="0"/>
                  </a:lnTo>
                  <a:lnTo>
                    <a:pt x="544" y="4"/>
                  </a:lnTo>
                  <a:lnTo>
                    <a:pt x="552" y="12"/>
                  </a:lnTo>
                  <a:lnTo>
                    <a:pt x="554" y="18"/>
                  </a:lnTo>
                  <a:lnTo>
                    <a:pt x="556" y="22"/>
                  </a:lnTo>
                  <a:lnTo>
                    <a:pt x="556" y="22"/>
                  </a:lnTo>
                  <a:lnTo>
                    <a:pt x="556" y="22"/>
                  </a:lnTo>
                  <a:lnTo>
                    <a:pt x="558" y="28"/>
                  </a:lnTo>
                  <a:lnTo>
                    <a:pt x="556" y="34"/>
                  </a:lnTo>
                  <a:lnTo>
                    <a:pt x="552" y="46"/>
                  </a:lnTo>
                  <a:lnTo>
                    <a:pt x="544" y="54"/>
                  </a:lnTo>
                  <a:lnTo>
                    <a:pt x="540" y="56"/>
                  </a:lnTo>
                  <a:lnTo>
                    <a:pt x="534" y="58"/>
                  </a:lnTo>
                  <a:lnTo>
                    <a:pt x="534" y="58"/>
                  </a:lnTo>
                  <a:lnTo>
                    <a:pt x="36" y="172"/>
                  </a:lnTo>
                  <a:lnTo>
                    <a:pt x="36" y="172"/>
                  </a:lnTo>
                  <a:lnTo>
                    <a:pt x="30" y="172"/>
                  </a:lnTo>
                  <a:lnTo>
                    <a:pt x="30" y="172"/>
                  </a:lnTo>
                  <a:lnTo>
                    <a:pt x="30" y="172"/>
                  </a:lnTo>
                  <a:lnTo>
                    <a:pt x="20" y="170"/>
                  </a:lnTo>
                  <a:lnTo>
                    <a:pt x="10" y="166"/>
                  </a:lnTo>
                  <a:lnTo>
                    <a:pt x="4" y="158"/>
                  </a:lnTo>
                  <a:lnTo>
                    <a:pt x="0" y="148"/>
                  </a:lnTo>
                  <a:lnTo>
                    <a:pt x="0" y="14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34" name="Freeform 55"/>
            <p:cNvSpPr>
              <a:spLocks/>
            </p:cNvSpPr>
            <p:nvPr/>
          </p:nvSpPr>
          <p:spPr bwMode="auto">
            <a:xfrm>
              <a:off x="2812" y="2952"/>
              <a:ext cx="192" cy="260"/>
            </a:xfrm>
            <a:custGeom>
              <a:avLst/>
              <a:gdLst/>
              <a:ahLst/>
              <a:cxnLst>
                <a:cxn ang="0">
                  <a:pos x="12" y="254"/>
                </a:cxn>
                <a:cxn ang="0">
                  <a:pos x="12" y="254"/>
                </a:cxn>
                <a:cxn ang="0">
                  <a:pos x="8" y="250"/>
                </a:cxn>
                <a:cxn ang="0">
                  <a:pos x="4" y="246"/>
                </a:cxn>
                <a:cxn ang="0">
                  <a:pos x="0" y="236"/>
                </a:cxn>
                <a:cxn ang="0">
                  <a:pos x="0" y="224"/>
                </a:cxn>
                <a:cxn ang="0">
                  <a:pos x="0" y="218"/>
                </a:cxn>
                <a:cxn ang="0">
                  <a:pos x="4" y="214"/>
                </a:cxn>
                <a:cxn ang="0">
                  <a:pos x="4" y="214"/>
                </a:cxn>
                <a:cxn ang="0">
                  <a:pos x="138" y="14"/>
                </a:cxn>
                <a:cxn ang="0">
                  <a:pos x="138" y="14"/>
                </a:cxn>
                <a:cxn ang="0">
                  <a:pos x="142" y="8"/>
                </a:cxn>
                <a:cxn ang="0">
                  <a:pos x="146" y="6"/>
                </a:cxn>
                <a:cxn ang="0">
                  <a:pos x="156" y="0"/>
                </a:cxn>
                <a:cxn ang="0">
                  <a:pos x="168" y="0"/>
                </a:cxn>
                <a:cxn ang="0">
                  <a:pos x="174" y="2"/>
                </a:cxn>
                <a:cxn ang="0">
                  <a:pos x="178" y="6"/>
                </a:cxn>
                <a:cxn ang="0">
                  <a:pos x="178" y="6"/>
                </a:cxn>
                <a:cxn ang="0">
                  <a:pos x="178" y="6"/>
                </a:cxn>
                <a:cxn ang="0">
                  <a:pos x="184" y="10"/>
                </a:cxn>
                <a:cxn ang="0">
                  <a:pos x="188" y="14"/>
                </a:cxn>
                <a:cxn ang="0">
                  <a:pos x="192" y="24"/>
                </a:cxn>
                <a:cxn ang="0">
                  <a:pos x="192" y="36"/>
                </a:cxn>
                <a:cxn ang="0">
                  <a:pos x="190" y="42"/>
                </a:cxn>
                <a:cxn ang="0">
                  <a:pos x="186" y="46"/>
                </a:cxn>
                <a:cxn ang="0">
                  <a:pos x="186" y="46"/>
                </a:cxn>
                <a:cxn ang="0">
                  <a:pos x="52" y="246"/>
                </a:cxn>
                <a:cxn ang="0">
                  <a:pos x="52" y="246"/>
                </a:cxn>
                <a:cxn ang="0">
                  <a:pos x="48" y="252"/>
                </a:cxn>
                <a:cxn ang="0">
                  <a:pos x="42" y="256"/>
                </a:cxn>
                <a:cxn ang="0">
                  <a:pos x="36" y="258"/>
                </a:cxn>
                <a:cxn ang="0">
                  <a:pos x="28" y="260"/>
                </a:cxn>
                <a:cxn ang="0">
                  <a:pos x="28" y="260"/>
                </a:cxn>
                <a:cxn ang="0">
                  <a:pos x="28" y="260"/>
                </a:cxn>
                <a:cxn ang="0">
                  <a:pos x="20" y="258"/>
                </a:cxn>
                <a:cxn ang="0">
                  <a:pos x="12" y="254"/>
                </a:cxn>
                <a:cxn ang="0">
                  <a:pos x="12" y="254"/>
                </a:cxn>
              </a:cxnLst>
              <a:rect l="0" t="0" r="r" b="b"/>
              <a:pathLst>
                <a:path w="192" h="260">
                  <a:moveTo>
                    <a:pt x="12" y="254"/>
                  </a:moveTo>
                  <a:lnTo>
                    <a:pt x="12" y="254"/>
                  </a:lnTo>
                  <a:lnTo>
                    <a:pt x="8" y="250"/>
                  </a:lnTo>
                  <a:lnTo>
                    <a:pt x="4" y="246"/>
                  </a:lnTo>
                  <a:lnTo>
                    <a:pt x="0" y="236"/>
                  </a:lnTo>
                  <a:lnTo>
                    <a:pt x="0" y="224"/>
                  </a:lnTo>
                  <a:lnTo>
                    <a:pt x="0" y="218"/>
                  </a:lnTo>
                  <a:lnTo>
                    <a:pt x="4" y="214"/>
                  </a:lnTo>
                  <a:lnTo>
                    <a:pt x="4" y="214"/>
                  </a:lnTo>
                  <a:lnTo>
                    <a:pt x="138" y="14"/>
                  </a:lnTo>
                  <a:lnTo>
                    <a:pt x="138" y="14"/>
                  </a:lnTo>
                  <a:lnTo>
                    <a:pt x="142" y="8"/>
                  </a:lnTo>
                  <a:lnTo>
                    <a:pt x="146" y="6"/>
                  </a:lnTo>
                  <a:lnTo>
                    <a:pt x="156" y="0"/>
                  </a:lnTo>
                  <a:lnTo>
                    <a:pt x="168" y="0"/>
                  </a:lnTo>
                  <a:lnTo>
                    <a:pt x="174" y="2"/>
                  </a:lnTo>
                  <a:lnTo>
                    <a:pt x="178" y="6"/>
                  </a:lnTo>
                  <a:lnTo>
                    <a:pt x="178" y="6"/>
                  </a:lnTo>
                  <a:lnTo>
                    <a:pt x="178" y="6"/>
                  </a:lnTo>
                  <a:lnTo>
                    <a:pt x="184" y="10"/>
                  </a:lnTo>
                  <a:lnTo>
                    <a:pt x="188" y="14"/>
                  </a:lnTo>
                  <a:lnTo>
                    <a:pt x="192" y="24"/>
                  </a:lnTo>
                  <a:lnTo>
                    <a:pt x="192" y="36"/>
                  </a:lnTo>
                  <a:lnTo>
                    <a:pt x="190" y="42"/>
                  </a:lnTo>
                  <a:lnTo>
                    <a:pt x="186" y="46"/>
                  </a:lnTo>
                  <a:lnTo>
                    <a:pt x="186" y="46"/>
                  </a:lnTo>
                  <a:lnTo>
                    <a:pt x="52" y="246"/>
                  </a:lnTo>
                  <a:lnTo>
                    <a:pt x="52" y="246"/>
                  </a:lnTo>
                  <a:lnTo>
                    <a:pt x="48" y="252"/>
                  </a:lnTo>
                  <a:lnTo>
                    <a:pt x="42" y="256"/>
                  </a:lnTo>
                  <a:lnTo>
                    <a:pt x="36" y="258"/>
                  </a:lnTo>
                  <a:lnTo>
                    <a:pt x="28" y="260"/>
                  </a:lnTo>
                  <a:lnTo>
                    <a:pt x="28" y="260"/>
                  </a:lnTo>
                  <a:lnTo>
                    <a:pt x="28" y="260"/>
                  </a:lnTo>
                  <a:lnTo>
                    <a:pt x="20" y="258"/>
                  </a:lnTo>
                  <a:lnTo>
                    <a:pt x="12" y="254"/>
                  </a:lnTo>
                  <a:lnTo>
                    <a:pt x="12" y="25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35" name="Freeform 56"/>
            <p:cNvSpPr>
              <a:spLocks/>
            </p:cNvSpPr>
            <p:nvPr/>
          </p:nvSpPr>
          <p:spPr bwMode="auto">
            <a:xfrm>
              <a:off x="3168" y="2992"/>
              <a:ext cx="252" cy="276"/>
            </a:xfrm>
            <a:custGeom>
              <a:avLst/>
              <a:gdLst/>
              <a:ahLst/>
              <a:cxnLst>
                <a:cxn ang="0">
                  <a:pos x="62" y="248"/>
                </a:cxn>
                <a:cxn ang="0">
                  <a:pos x="62" y="184"/>
                </a:cxn>
                <a:cxn ang="0">
                  <a:pos x="62" y="184"/>
                </a:cxn>
                <a:cxn ang="0">
                  <a:pos x="64" y="174"/>
                </a:cxn>
                <a:cxn ang="0">
                  <a:pos x="66" y="164"/>
                </a:cxn>
                <a:cxn ang="0">
                  <a:pos x="70" y="156"/>
                </a:cxn>
                <a:cxn ang="0">
                  <a:pos x="76" y="148"/>
                </a:cxn>
                <a:cxn ang="0">
                  <a:pos x="84" y="142"/>
                </a:cxn>
                <a:cxn ang="0">
                  <a:pos x="92" y="138"/>
                </a:cxn>
                <a:cxn ang="0">
                  <a:pos x="102" y="134"/>
                </a:cxn>
                <a:cxn ang="0">
                  <a:pos x="112" y="134"/>
                </a:cxn>
                <a:cxn ang="0">
                  <a:pos x="112" y="134"/>
                </a:cxn>
                <a:cxn ang="0">
                  <a:pos x="196" y="134"/>
                </a:cxn>
                <a:cxn ang="0">
                  <a:pos x="196" y="56"/>
                </a:cxn>
                <a:cxn ang="0">
                  <a:pos x="28" y="56"/>
                </a:cxn>
                <a:cxn ang="0">
                  <a:pos x="28" y="56"/>
                </a:cxn>
                <a:cxn ang="0">
                  <a:pos x="16" y="54"/>
                </a:cxn>
                <a:cxn ang="0">
                  <a:pos x="8" y="48"/>
                </a:cxn>
                <a:cxn ang="0">
                  <a:pos x="2" y="38"/>
                </a:cxn>
                <a:cxn ang="0">
                  <a:pos x="0" y="28"/>
                </a:cxn>
                <a:cxn ang="0">
                  <a:pos x="0" y="28"/>
                </a:cxn>
                <a:cxn ang="0">
                  <a:pos x="0" y="28"/>
                </a:cxn>
                <a:cxn ang="0">
                  <a:pos x="2" y="16"/>
                </a:cxn>
                <a:cxn ang="0">
                  <a:pos x="8" y="8"/>
                </a:cxn>
                <a:cxn ang="0">
                  <a:pos x="16" y="2"/>
                </a:cxn>
                <a:cxn ang="0">
                  <a:pos x="28" y="0"/>
                </a:cxn>
                <a:cxn ang="0">
                  <a:pos x="28" y="0"/>
                </a:cxn>
                <a:cxn ang="0">
                  <a:pos x="202" y="0"/>
                </a:cxn>
                <a:cxn ang="0">
                  <a:pos x="202" y="0"/>
                </a:cxn>
                <a:cxn ang="0">
                  <a:pos x="212" y="0"/>
                </a:cxn>
                <a:cxn ang="0">
                  <a:pos x="220" y="4"/>
                </a:cxn>
                <a:cxn ang="0">
                  <a:pos x="230" y="8"/>
                </a:cxn>
                <a:cxn ang="0">
                  <a:pos x="236" y="14"/>
                </a:cxn>
                <a:cxn ang="0">
                  <a:pos x="244" y="22"/>
                </a:cxn>
                <a:cxn ang="0">
                  <a:pos x="248" y="30"/>
                </a:cxn>
                <a:cxn ang="0">
                  <a:pos x="250" y="40"/>
                </a:cxn>
                <a:cxn ang="0">
                  <a:pos x="252" y="50"/>
                </a:cxn>
                <a:cxn ang="0">
                  <a:pos x="252" y="50"/>
                </a:cxn>
                <a:cxn ang="0">
                  <a:pos x="252" y="138"/>
                </a:cxn>
                <a:cxn ang="0">
                  <a:pos x="252" y="138"/>
                </a:cxn>
                <a:cxn ang="0">
                  <a:pos x="250" y="148"/>
                </a:cxn>
                <a:cxn ang="0">
                  <a:pos x="248" y="158"/>
                </a:cxn>
                <a:cxn ang="0">
                  <a:pos x="244" y="166"/>
                </a:cxn>
                <a:cxn ang="0">
                  <a:pos x="236" y="174"/>
                </a:cxn>
                <a:cxn ang="0">
                  <a:pos x="230" y="180"/>
                </a:cxn>
                <a:cxn ang="0">
                  <a:pos x="220" y="186"/>
                </a:cxn>
                <a:cxn ang="0">
                  <a:pos x="212" y="188"/>
                </a:cxn>
                <a:cxn ang="0">
                  <a:pos x="202" y="190"/>
                </a:cxn>
                <a:cxn ang="0">
                  <a:pos x="202" y="190"/>
                </a:cxn>
                <a:cxn ang="0">
                  <a:pos x="118" y="190"/>
                </a:cxn>
                <a:cxn ang="0">
                  <a:pos x="118" y="248"/>
                </a:cxn>
                <a:cxn ang="0">
                  <a:pos x="118" y="248"/>
                </a:cxn>
                <a:cxn ang="0">
                  <a:pos x="116" y="258"/>
                </a:cxn>
                <a:cxn ang="0">
                  <a:pos x="110" y="268"/>
                </a:cxn>
                <a:cxn ang="0">
                  <a:pos x="102" y="274"/>
                </a:cxn>
                <a:cxn ang="0">
                  <a:pos x="90" y="276"/>
                </a:cxn>
                <a:cxn ang="0">
                  <a:pos x="90" y="276"/>
                </a:cxn>
                <a:cxn ang="0">
                  <a:pos x="90" y="276"/>
                </a:cxn>
                <a:cxn ang="0">
                  <a:pos x="80" y="274"/>
                </a:cxn>
                <a:cxn ang="0">
                  <a:pos x="70" y="268"/>
                </a:cxn>
                <a:cxn ang="0">
                  <a:pos x="64" y="258"/>
                </a:cxn>
                <a:cxn ang="0">
                  <a:pos x="62" y="248"/>
                </a:cxn>
                <a:cxn ang="0">
                  <a:pos x="62" y="248"/>
                </a:cxn>
              </a:cxnLst>
              <a:rect l="0" t="0" r="r" b="b"/>
              <a:pathLst>
                <a:path w="252" h="276">
                  <a:moveTo>
                    <a:pt x="62" y="248"/>
                  </a:moveTo>
                  <a:lnTo>
                    <a:pt x="62" y="184"/>
                  </a:lnTo>
                  <a:lnTo>
                    <a:pt x="62" y="184"/>
                  </a:lnTo>
                  <a:lnTo>
                    <a:pt x="64" y="174"/>
                  </a:lnTo>
                  <a:lnTo>
                    <a:pt x="66" y="164"/>
                  </a:lnTo>
                  <a:lnTo>
                    <a:pt x="70" y="156"/>
                  </a:lnTo>
                  <a:lnTo>
                    <a:pt x="76" y="148"/>
                  </a:lnTo>
                  <a:lnTo>
                    <a:pt x="84" y="142"/>
                  </a:lnTo>
                  <a:lnTo>
                    <a:pt x="92" y="138"/>
                  </a:lnTo>
                  <a:lnTo>
                    <a:pt x="102" y="134"/>
                  </a:lnTo>
                  <a:lnTo>
                    <a:pt x="112" y="134"/>
                  </a:lnTo>
                  <a:lnTo>
                    <a:pt x="112" y="134"/>
                  </a:lnTo>
                  <a:lnTo>
                    <a:pt x="196" y="134"/>
                  </a:lnTo>
                  <a:lnTo>
                    <a:pt x="196" y="56"/>
                  </a:lnTo>
                  <a:lnTo>
                    <a:pt x="28" y="56"/>
                  </a:lnTo>
                  <a:lnTo>
                    <a:pt x="28" y="56"/>
                  </a:lnTo>
                  <a:lnTo>
                    <a:pt x="16" y="54"/>
                  </a:lnTo>
                  <a:lnTo>
                    <a:pt x="8" y="48"/>
                  </a:lnTo>
                  <a:lnTo>
                    <a:pt x="2" y="38"/>
                  </a:lnTo>
                  <a:lnTo>
                    <a:pt x="0" y="28"/>
                  </a:lnTo>
                  <a:lnTo>
                    <a:pt x="0" y="28"/>
                  </a:lnTo>
                  <a:lnTo>
                    <a:pt x="0" y="28"/>
                  </a:lnTo>
                  <a:lnTo>
                    <a:pt x="2" y="16"/>
                  </a:lnTo>
                  <a:lnTo>
                    <a:pt x="8" y="8"/>
                  </a:lnTo>
                  <a:lnTo>
                    <a:pt x="16" y="2"/>
                  </a:lnTo>
                  <a:lnTo>
                    <a:pt x="28" y="0"/>
                  </a:lnTo>
                  <a:lnTo>
                    <a:pt x="28" y="0"/>
                  </a:lnTo>
                  <a:lnTo>
                    <a:pt x="202" y="0"/>
                  </a:lnTo>
                  <a:lnTo>
                    <a:pt x="202" y="0"/>
                  </a:lnTo>
                  <a:lnTo>
                    <a:pt x="212" y="0"/>
                  </a:lnTo>
                  <a:lnTo>
                    <a:pt x="220" y="4"/>
                  </a:lnTo>
                  <a:lnTo>
                    <a:pt x="230" y="8"/>
                  </a:lnTo>
                  <a:lnTo>
                    <a:pt x="236" y="14"/>
                  </a:lnTo>
                  <a:lnTo>
                    <a:pt x="244" y="22"/>
                  </a:lnTo>
                  <a:lnTo>
                    <a:pt x="248" y="30"/>
                  </a:lnTo>
                  <a:lnTo>
                    <a:pt x="250" y="40"/>
                  </a:lnTo>
                  <a:lnTo>
                    <a:pt x="252" y="50"/>
                  </a:lnTo>
                  <a:lnTo>
                    <a:pt x="252" y="50"/>
                  </a:lnTo>
                  <a:lnTo>
                    <a:pt x="252" y="138"/>
                  </a:lnTo>
                  <a:lnTo>
                    <a:pt x="252" y="138"/>
                  </a:lnTo>
                  <a:lnTo>
                    <a:pt x="250" y="148"/>
                  </a:lnTo>
                  <a:lnTo>
                    <a:pt x="248" y="158"/>
                  </a:lnTo>
                  <a:lnTo>
                    <a:pt x="244" y="166"/>
                  </a:lnTo>
                  <a:lnTo>
                    <a:pt x="236" y="174"/>
                  </a:lnTo>
                  <a:lnTo>
                    <a:pt x="230" y="180"/>
                  </a:lnTo>
                  <a:lnTo>
                    <a:pt x="220" y="186"/>
                  </a:lnTo>
                  <a:lnTo>
                    <a:pt x="212" y="188"/>
                  </a:lnTo>
                  <a:lnTo>
                    <a:pt x="202" y="190"/>
                  </a:lnTo>
                  <a:lnTo>
                    <a:pt x="202" y="190"/>
                  </a:lnTo>
                  <a:lnTo>
                    <a:pt x="118" y="190"/>
                  </a:lnTo>
                  <a:lnTo>
                    <a:pt x="118" y="248"/>
                  </a:lnTo>
                  <a:lnTo>
                    <a:pt x="118" y="248"/>
                  </a:lnTo>
                  <a:lnTo>
                    <a:pt x="116" y="258"/>
                  </a:lnTo>
                  <a:lnTo>
                    <a:pt x="110" y="268"/>
                  </a:lnTo>
                  <a:lnTo>
                    <a:pt x="102" y="274"/>
                  </a:lnTo>
                  <a:lnTo>
                    <a:pt x="90" y="276"/>
                  </a:lnTo>
                  <a:lnTo>
                    <a:pt x="90" y="276"/>
                  </a:lnTo>
                  <a:lnTo>
                    <a:pt x="90" y="276"/>
                  </a:lnTo>
                  <a:lnTo>
                    <a:pt x="80" y="274"/>
                  </a:lnTo>
                  <a:lnTo>
                    <a:pt x="70" y="268"/>
                  </a:lnTo>
                  <a:lnTo>
                    <a:pt x="64" y="258"/>
                  </a:lnTo>
                  <a:lnTo>
                    <a:pt x="62" y="248"/>
                  </a:lnTo>
                  <a:lnTo>
                    <a:pt x="62" y="24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sp>
          <p:nvSpPr>
            <p:cNvPr id="36" name="Freeform 57"/>
            <p:cNvSpPr>
              <a:spLocks/>
            </p:cNvSpPr>
            <p:nvPr/>
          </p:nvSpPr>
          <p:spPr bwMode="auto">
            <a:xfrm>
              <a:off x="3226" y="3288"/>
              <a:ext cx="66" cy="68"/>
            </a:xfrm>
            <a:custGeom>
              <a:avLst/>
              <a:gdLst/>
              <a:ahLst/>
              <a:cxnLst>
                <a:cxn ang="0">
                  <a:pos x="66" y="34"/>
                </a:cxn>
                <a:cxn ang="0">
                  <a:pos x="66" y="34"/>
                </a:cxn>
                <a:cxn ang="0">
                  <a:pos x="66" y="42"/>
                </a:cxn>
                <a:cxn ang="0">
                  <a:pos x="64" y="48"/>
                </a:cxn>
                <a:cxn ang="0">
                  <a:pos x="60" y="54"/>
                </a:cxn>
                <a:cxn ang="0">
                  <a:pos x="56" y="58"/>
                </a:cxn>
                <a:cxn ang="0">
                  <a:pos x="52" y="62"/>
                </a:cxn>
                <a:cxn ang="0">
                  <a:pos x="46" y="66"/>
                </a:cxn>
                <a:cxn ang="0">
                  <a:pos x="40" y="68"/>
                </a:cxn>
                <a:cxn ang="0">
                  <a:pos x="32" y="68"/>
                </a:cxn>
                <a:cxn ang="0">
                  <a:pos x="32" y="68"/>
                </a:cxn>
                <a:cxn ang="0">
                  <a:pos x="26" y="68"/>
                </a:cxn>
                <a:cxn ang="0">
                  <a:pos x="20" y="66"/>
                </a:cxn>
                <a:cxn ang="0">
                  <a:pos x="14" y="62"/>
                </a:cxn>
                <a:cxn ang="0">
                  <a:pos x="8" y="58"/>
                </a:cxn>
                <a:cxn ang="0">
                  <a:pos x="4" y="54"/>
                </a:cxn>
                <a:cxn ang="0">
                  <a:pos x="2" y="48"/>
                </a:cxn>
                <a:cxn ang="0">
                  <a:pos x="0" y="42"/>
                </a:cxn>
                <a:cxn ang="0">
                  <a:pos x="0" y="34"/>
                </a:cxn>
                <a:cxn ang="0">
                  <a:pos x="0" y="34"/>
                </a:cxn>
                <a:cxn ang="0">
                  <a:pos x="0" y="28"/>
                </a:cxn>
                <a:cxn ang="0">
                  <a:pos x="2" y="22"/>
                </a:cxn>
                <a:cxn ang="0">
                  <a:pos x="4" y="16"/>
                </a:cxn>
                <a:cxn ang="0">
                  <a:pos x="8" y="10"/>
                </a:cxn>
                <a:cxn ang="0">
                  <a:pos x="14" y="6"/>
                </a:cxn>
                <a:cxn ang="0">
                  <a:pos x="20" y="4"/>
                </a:cxn>
                <a:cxn ang="0">
                  <a:pos x="26" y="2"/>
                </a:cxn>
                <a:cxn ang="0">
                  <a:pos x="32" y="0"/>
                </a:cxn>
                <a:cxn ang="0">
                  <a:pos x="32" y="0"/>
                </a:cxn>
                <a:cxn ang="0">
                  <a:pos x="40" y="2"/>
                </a:cxn>
                <a:cxn ang="0">
                  <a:pos x="46" y="4"/>
                </a:cxn>
                <a:cxn ang="0">
                  <a:pos x="52" y="6"/>
                </a:cxn>
                <a:cxn ang="0">
                  <a:pos x="56" y="10"/>
                </a:cxn>
                <a:cxn ang="0">
                  <a:pos x="60" y="16"/>
                </a:cxn>
                <a:cxn ang="0">
                  <a:pos x="64" y="22"/>
                </a:cxn>
                <a:cxn ang="0">
                  <a:pos x="66" y="28"/>
                </a:cxn>
                <a:cxn ang="0">
                  <a:pos x="66" y="34"/>
                </a:cxn>
                <a:cxn ang="0">
                  <a:pos x="66" y="34"/>
                </a:cxn>
              </a:cxnLst>
              <a:rect l="0" t="0" r="r" b="b"/>
              <a:pathLst>
                <a:path w="66" h="68">
                  <a:moveTo>
                    <a:pt x="66" y="34"/>
                  </a:moveTo>
                  <a:lnTo>
                    <a:pt x="66" y="34"/>
                  </a:lnTo>
                  <a:lnTo>
                    <a:pt x="66" y="42"/>
                  </a:lnTo>
                  <a:lnTo>
                    <a:pt x="64" y="48"/>
                  </a:lnTo>
                  <a:lnTo>
                    <a:pt x="60" y="54"/>
                  </a:lnTo>
                  <a:lnTo>
                    <a:pt x="56" y="58"/>
                  </a:lnTo>
                  <a:lnTo>
                    <a:pt x="52" y="62"/>
                  </a:lnTo>
                  <a:lnTo>
                    <a:pt x="46" y="66"/>
                  </a:lnTo>
                  <a:lnTo>
                    <a:pt x="40" y="68"/>
                  </a:lnTo>
                  <a:lnTo>
                    <a:pt x="32" y="68"/>
                  </a:lnTo>
                  <a:lnTo>
                    <a:pt x="32" y="68"/>
                  </a:lnTo>
                  <a:lnTo>
                    <a:pt x="26" y="68"/>
                  </a:lnTo>
                  <a:lnTo>
                    <a:pt x="20" y="66"/>
                  </a:lnTo>
                  <a:lnTo>
                    <a:pt x="14" y="62"/>
                  </a:lnTo>
                  <a:lnTo>
                    <a:pt x="8" y="58"/>
                  </a:lnTo>
                  <a:lnTo>
                    <a:pt x="4" y="54"/>
                  </a:lnTo>
                  <a:lnTo>
                    <a:pt x="2" y="48"/>
                  </a:lnTo>
                  <a:lnTo>
                    <a:pt x="0" y="42"/>
                  </a:lnTo>
                  <a:lnTo>
                    <a:pt x="0" y="34"/>
                  </a:lnTo>
                  <a:lnTo>
                    <a:pt x="0" y="34"/>
                  </a:lnTo>
                  <a:lnTo>
                    <a:pt x="0" y="28"/>
                  </a:lnTo>
                  <a:lnTo>
                    <a:pt x="2" y="22"/>
                  </a:lnTo>
                  <a:lnTo>
                    <a:pt x="4" y="16"/>
                  </a:lnTo>
                  <a:lnTo>
                    <a:pt x="8" y="10"/>
                  </a:lnTo>
                  <a:lnTo>
                    <a:pt x="14" y="6"/>
                  </a:lnTo>
                  <a:lnTo>
                    <a:pt x="20" y="4"/>
                  </a:lnTo>
                  <a:lnTo>
                    <a:pt x="26" y="2"/>
                  </a:lnTo>
                  <a:lnTo>
                    <a:pt x="32" y="0"/>
                  </a:lnTo>
                  <a:lnTo>
                    <a:pt x="32" y="0"/>
                  </a:lnTo>
                  <a:lnTo>
                    <a:pt x="40" y="2"/>
                  </a:lnTo>
                  <a:lnTo>
                    <a:pt x="46" y="4"/>
                  </a:lnTo>
                  <a:lnTo>
                    <a:pt x="52" y="6"/>
                  </a:lnTo>
                  <a:lnTo>
                    <a:pt x="56" y="10"/>
                  </a:lnTo>
                  <a:lnTo>
                    <a:pt x="60" y="16"/>
                  </a:lnTo>
                  <a:lnTo>
                    <a:pt x="64" y="22"/>
                  </a:lnTo>
                  <a:lnTo>
                    <a:pt x="66" y="28"/>
                  </a:lnTo>
                  <a:lnTo>
                    <a:pt x="66" y="34"/>
                  </a:lnTo>
                  <a:lnTo>
                    <a:pt x="66" y="3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algn="just"/>
              <a:endParaRPr lang="en-IN"/>
            </a:p>
          </p:txBody>
        </p:sp>
      </p:gr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in Circle 2">
    <p:spTree>
      <p:nvGrpSpPr>
        <p:cNvPr id="1" name=""/>
        <p:cNvGrpSpPr/>
        <p:nvPr/>
      </p:nvGrpSpPr>
      <p:grpSpPr>
        <a:xfrm>
          <a:off x="0" y="0"/>
          <a:ext cx="0" cy="0"/>
          <a:chOff x="0" y="0"/>
          <a:chExt cx="0" cy="0"/>
        </a:xfrm>
      </p:grpSpPr>
      <p:sp>
        <p:nvSpPr>
          <p:cNvPr id="12" name="Oval 11"/>
          <p:cNvSpPr/>
          <p:nvPr userDrawn="1"/>
        </p:nvSpPr>
        <p:spPr>
          <a:xfrm>
            <a:off x="2643450" y="1730903"/>
            <a:ext cx="3857101" cy="3857101"/>
          </a:xfrm>
          <a:prstGeom prst="ellipse">
            <a:avLst/>
          </a:prstGeom>
          <a:noFill/>
          <a:ln w="12700" cap="rnd">
            <a:solidFill>
              <a:schemeClr val="accent6"/>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itle 4"/>
          <p:cNvSpPr>
            <a:spLocks noGrp="1"/>
          </p:cNvSpPr>
          <p:nvPr userDrawn="1">
            <p:ph type="title" hasCustomPrompt="1"/>
          </p:nvPr>
        </p:nvSpPr>
        <p:spPr>
          <a:xfrm>
            <a:off x="460375" y="140024"/>
            <a:ext cx="8229600" cy="553998"/>
          </a:xfrm>
        </p:spPr>
        <p:txBody>
          <a:bodyPr/>
          <a:lstStyle>
            <a:lvl1pPr>
              <a:defRPr/>
            </a:lvl1pPr>
          </a:lstStyle>
          <a:p>
            <a:r>
              <a:rPr lang="en-US" dirty="0" smtClean="0"/>
              <a:t>Click to Add Title</a:t>
            </a:r>
            <a:endParaRPr lang="en-US" dirty="0"/>
          </a:p>
        </p:txBody>
      </p:sp>
      <p:sp>
        <p:nvSpPr>
          <p:cNvPr id="22" name="Oval 21"/>
          <p:cNvSpPr/>
          <p:nvPr userDrawn="1"/>
        </p:nvSpPr>
        <p:spPr>
          <a:xfrm>
            <a:off x="2153393" y="2931726"/>
            <a:ext cx="957445" cy="95744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0" name="Text Placeholder 56"/>
          <p:cNvSpPr>
            <a:spLocks noGrp="1"/>
          </p:cNvSpPr>
          <p:nvPr>
            <p:ph type="body" sz="quarter" idx="14" hasCustomPrompt="1"/>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INSERT TEXT Subject Matter</a:t>
            </a:r>
            <a:endParaRPr lang="en-IN" dirty="0"/>
          </a:p>
        </p:txBody>
      </p:sp>
      <p:sp>
        <p:nvSpPr>
          <p:cNvPr id="25" name="Oval 24"/>
          <p:cNvSpPr/>
          <p:nvPr userDrawn="1"/>
        </p:nvSpPr>
        <p:spPr>
          <a:xfrm>
            <a:off x="5956137" y="2931726"/>
            <a:ext cx="957445" cy="95744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6" name="Oval 25"/>
          <p:cNvSpPr/>
          <p:nvPr userDrawn="1"/>
        </p:nvSpPr>
        <p:spPr>
          <a:xfrm>
            <a:off x="4093278" y="1338103"/>
            <a:ext cx="957445" cy="95744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1" name="Oval 30"/>
          <p:cNvSpPr/>
          <p:nvPr userDrawn="1"/>
        </p:nvSpPr>
        <p:spPr>
          <a:xfrm>
            <a:off x="4093278" y="5126298"/>
            <a:ext cx="957445" cy="95744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4" name="Text Placeholder 56"/>
          <p:cNvSpPr>
            <a:spLocks noGrp="1"/>
          </p:cNvSpPr>
          <p:nvPr>
            <p:ph type="body" sz="quarter" idx="13" hasCustomPrompt="1"/>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Here</a:t>
            </a:r>
            <a:endParaRPr lang="en-IN" dirty="0"/>
          </a:p>
        </p:txBody>
      </p:sp>
      <p:sp>
        <p:nvSpPr>
          <p:cNvPr id="37" name="Text Placeholder 56"/>
          <p:cNvSpPr>
            <a:spLocks noGrp="1"/>
          </p:cNvSpPr>
          <p:nvPr>
            <p:ph type="body" sz="quarter" idx="15" hasCustomPrompt="1"/>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Here</a:t>
            </a:r>
            <a:endParaRPr lang="en-IN" dirty="0"/>
          </a:p>
        </p:txBody>
      </p:sp>
      <p:sp>
        <p:nvSpPr>
          <p:cNvPr id="39" name="Text Placeholder 56"/>
          <p:cNvSpPr>
            <a:spLocks noGrp="1"/>
          </p:cNvSpPr>
          <p:nvPr>
            <p:ph type="body" sz="quarter" idx="16" hasCustomPrompt="1"/>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Here</a:t>
            </a:r>
            <a:endParaRPr lang="en-IN" dirty="0"/>
          </a:p>
        </p:txBody>
      </p:sp>
      <p:sp>
        <p:nvSpPr>
          <p:cNvPr id="40" name="Text Placeholder 56"/>
          <p:cNvSpPr>
            <a:spLocks noGrp="1"/>
          </p:cNvSpPr>
          <p:nvPr>
            <p:ph type="body" sz="quarter" idx="17" hasCustomPrompt="1"/>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Text Here</a:t>
            </a:r>
            <a:endParaRPr lang="en-IN"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sp>
        <p:nvSpPr>
          <p:cNvPr id="5" name="Title 3"/>
          <p:cNvSpPr>
            <a:spLocks noGrp="1"/>
          </p:cNvSpPr>
          <p:nvPr userDrawn="1">
            <p:ph type="ctrTitle" hasCustomPrompt="1"/>
          </p:nvPr>
        </p:nvSpPr>
        <p:spPr>
          <a:xfrm>
            <a:off x="4547710" y="1767649"/>
            <a:ext cx="4203553" cy="553998"/>
          </a:xfrm>
        </p:spPr>
        <p:txBody>
          <a:bodyPr/>
          <a:lstStyle>
            <a:lvl1pPr>
              <a:defRPr/>
            </a:lvl1pPr>
          </a:lstStyle>
          <a:p>
            <a:r>
              <a:rPr lang="en-US" dirty="0" smtClean="0"/>
              <a:t>Thank you</a:t>
            </a:r>
            <a:endParaRPr lang="en-US" dirty="0"/>
          </a:p>
        </p:txBody>
      </p:sp>
      <p:sp>
        <p:nvSpPr>
          <p:cNvPr id="10" name="Text Placeholder 56"/>
          <p:cNvSpPr>
            <a:spLocks noGrp="1"/>
          </p:cNvSpPr>
          <p:nvPr>
            <p:ph type="body" sz="quarter" idx="19" hasCustomPrompt="1"/>
          </p:nvPr>
        </p:nvSpPr>
        <p:spPr>
          <a:xfrm>
            <a:off x="4547710" y="2589326"/>
            <a:ext cx="4158442" cy="707231"/>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Your Name, </a:t>
            </a:r>
            <a:br>
              <a:rPr lang="en-US" dirty="0" smtClean="0"/>
            </a:br>
            <a:r>
              <a:rPr lang="en-US" dirty="0" smtClean="0"/>
              <a:t>Designation</a:t>
            </a:r>
            <a:endParaRPr lang="en-IN" dirty="0"/>
          </a:p>
        </p:txBody>
      </p:sp>
      <p:sp>
        <p:nvSpPr>
          <p:cNvPr id="11" name="Text Placeholder 56"/>
          <p:cNvSpPr>
            <a:spLocks noGrp="1"/>
          </p:cNvSpPr>
          <p:nvPr>
            <p:ph type="body" sz="quarter" idx="20" hasCustomPrompt="1"/>
          </p:nvPr>
        </p:nvSpPr>
        <p:spPr>
          <a:xfrm>
            <a:off x="4547710" y="344623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Email ID</a:t>
            </a:r>
            <a:endParaRPr lang="en-IN" dirty="0"/>
          </a:p>
        </p:txBody>
      </p:sp>
      <p:sp>
        <p:nvSpPr>
          <p:cNvPr id="8"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9" name="Picture 8" descr="WIPRO PPT Design.jpg"/>
          <p:cNvPicPr>
            <a:picLocks noChangeAspect="1"/>
          </p:cNvPicPr>
          <p:nvPr userDrawn="1"/>
        </p:nvPicPr>
        <p:blipFill>
          <a:blip r:embed="rId2"/>
          <a:stretch>
            <a:fillRect/>
          </a:stretch>
        </p:blipFill>
        <p:spPr>
          <a:xfrm>
            <a:off x="5121" y="4471039"/>
            <a:ext cx="9133758" cy="2171061"/>
          </a:xfrm>
          <a:prstGeom prst="rect">
            <a:avLst/>
          </a:prstGeom>
        </p:spPr>
      </p:pic>
      <p:pic>
        <p:nvPicPr>
          <p:cNvPr id="13" name="Picture 12" descr="Slides Master - 51.jpg"/>
          <p:cNvPicPr>
            <a:picLocks noChangeAspect="1"/>
          </p:cNvPicPr>
          <p:nvPr userDrawn="1"/>
        </p:nvPicPr>
        <p:blipFill>
          <a:blip r:embed="rId3"/>
          <a:stretch>
            <a:fillRect/>
          </a:stretch>
        </p:blipFill>
        <p:spPr>
          <a:xfrm>
            <a:off x="2057402" y="1664833"/>
            <a:ext cx="1872342" cy="2084305"/>
          </a:xfrm>
          <a:prstGeom prst="rect">
            <a:avLst/>
          </a:prstGeom>
        </p:spPr>
      </p:pic>
      <p:cxnSp>
        <p:nvCxnSpPr>
          <p:cNvPr id="14" name="Straight Connector 13"/>
          <p:cNvCxnSpPr/>
          <p:nvPr userDrawn="1"/>
        </p:nvCxnSpPr>
        <p:spPr>
          <a:xfrm rot="5400000">
            <a:off x="2814000" y="2781258"/>
            <a:ext cx="2754000" cy="1588"/>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erlogo_titleslide">
    <p:bg>
      <p:bgPr>
        <a:solidFill>
          <a:schemeClr val="bg1"/>
        </a:solidFill>
        <a:effectLst/>
      </p:bgPr>
    </p:bg>
    <p:spTree>
      <p:nvGrpSpPr>
        <p:cNvPr id="1" name=""/>
        <p:cNvGrpSpPr/>
        <p:nvPr/>
      </p:nvGrpSpPr>
      <p:grpSpPr>
        <a:xfrm>
          <a:off x="0" y="0"/>
          <a:ext cx="0" cy="0"/>
          <a:chOff x="0" y="0"/>
          <a:chExt cx="0" cy="0"/>
        </a:xfrm>
      </p:grpSpPr>
      <p:sp>
        <p:nvSpPr>
          <p:cNvPr id="16" name="Picture Placeholder 9"/>
          <p:cNvSpPr>
            <a:spLocks noGrp="1"/>
          </p:cNvSpPr>
          <p:nvPr>
            <p:ph type="pic" sz="quarter" idx="10" hasCustomPrompt="1"/>
          </p:nvPr>
        </p:nvSpPr>
        <p:spPr>
          <a:xfrm>
            <a:off x="2612799" y="1970769"/>
            <a:ext cx="1447572" cy="1643288"/>
          </a:xfrm>
        </p:spPr>
        <p:txBody>
          <a:bodyPr>
            <a:noAutofit/>
          </a:bodyPr>
          <a:lstStyle>
            <a:lvl1pPr marL="0" indent="0" algn="ctr">
              <a:buNone/>
              <a:defRPr sz="1100" baseline="0"/>
            </a:lvl1pPr>
          </a:lstStyle>
          <a:p>
            <a:r>
              <a:rPr lang="en-US" dirty="0" smtClean="0"/>
              <a:t>Click here to add Customer / Partner Logo</a:t>
            </a:r>
            <a:endParaRPr lang="en-IN" dirty="0"/>
          </a:p>
        </p:txBody>
      </p:sp>
      <p:sp>
        <p:nvSpPr>
          <p:cNvPr id="5" name="Title 3"/>
          <p:cNvSpPr>
            <a:spLocks noGrp="1"/>
          </p:cNvSpPr>
          <p:nvPr>
            <p:ph type="ctrTitle" hasCustomPrompt="1"/>
          </p:nvPr>
        </p:nvSpPr>
        <p:spPr>
          <a:xfrm>
            <a:off x="4702629" y="1767648"/>
            <a:ext cx="4105655" cy="1140652"/>
          </a:xfrm>
        </p:spPr>
        <p:txBody>
          <a:bodyPr/>
          <a:lstStyle>
            <a:lvl1pPr>
              <a:defRPr sz="3400" baseline="0"/>
            </a:lvl1pPr>
          </a:lstStyle>
          <a:p>
            <a:r>
              <a:rPr lang="en-US" dirty="0" smtClean="0"/>
              <a:t>Insert Title Here</a:t>
            </a:r>
            <a:endParaRPr lang="en-US" dirty="0"/>
          </a:p>
        </p:txBody>
      </p:sp>
      <p:sp>
        <p:nvSpPr>
          <p:cNvPr id="6" name="Text Placeholder 56"/>
          <p:cNvSpPr>
            <a:spLocks noGrp="1"/>
          </p:cNvSpPr>
          <p:nvPr>
            <p:ph type="body" sz="quarter" idx="19" hasCustomPrompt="1"/>
          </p:nvPr>
        </p:nvSpPr>
        <p:spPr>
          <a:xfrm>
            <a:off x="4737236" y="3237026"/>
            <a:ext cx="4061595" cy="707231"/>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Your Name, </a:t>
            </a:r>
            <a:br>
              <a:rPr lang="en-US" dirty="0" smtClean="0"/>
            </a:br>
            <a:r>
              <a:rPr lang="en-US" dirty="0" smtClean="0"/>
              <a:t>Designation</a:t>
            </a:r>
            <a:endParaRPr lang="en-IN" dirty="0"/>
          </a:p>
        </p:txBody>
      </p:sp>
      <p:pic>
        <p:nvPicPr>
          <p:cNvPr id="9" name="Picture 8" descr="Slides Master - 51.jpg"/>
          <p:cNvPicPr>
            <a:picLocks noChangeAspect="1"/>
          </p:cNvPicPr>
          <p:nvPr userDrawn="1"/>
        </p:nvPicPr>
        <p:blipFill>
          <a:blip r:embed="rId2"/>
          <a:stretch>
            <a:fillRect/>
          </a:stretch>
        </p:blipFill>
        <p:spPr>
          <a:xfrm>
            <a:off x="304802" y="1664833"/>
            <a:ext cx="1872342" cy="2084305"/>
          </a:xfrm>
          <a:prstGeom prst="rect">
            <a:avLst/>
          </a:prstGeom>
        </p:spPr>
      </p:pic>
      <p:cxnSp>
        <p:nvCxnSpPr>
          <p:cNvPr id="10" name="Straight Connector 9"/>
          <p:cNvCxnSpPr/>
          <p:nvPr userDrawn="1"/>
        </p:nvCxnSpPr>
        <p:spPr>
          <a:xfrm rot="5400000">
            <a:off x="3017200" y="2781258"/>
            <a:ext cx="2754000" cy="1588"/>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descr="WIPRO PPT Design.jpg"/>
          <p:cNvPicPr>
            <a:picLocks noChangeAspect="1"/>
          </p:cNvPicPr>
          <p:nvPr userDrawn="1"/>
        </p:nvPicPr>
        <p:blipFill>
          <a:blip r:embed="rId3"/>
          <a:stretch>
            <a:fillRect/>
          </a:stretch>
        </p:blipFill>
        <p:spPr>
          <a:xfrm>
            <a:off x="5121" y="4471039"/>
            <a:ext cx="9133758" cy="2171061"/>
          </a:xfrm>
          <a:prstGeom prst="rect">
            <a:avLst/>
          </a:prstGeom>
        </p:spPr>
      </p:pic>
    </p:spTree>
    <p:extLst>
      <p:ext uri="{BB962C8B-B14F-4D97-AF65-F5344CB8AC3E}">
        <p14:creationId xmlns:p14="http://schemas.microsoft.com/office/powerpoint/2010/main" val="342946867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erlogo_Thank you">
    <p:bg>
      <p:bgPr>
        <a:solidFill>
          <a:schemeClr val="bg1"/>
        </a:solidFill>
        <a:effectLst/>
      </p:bgPr>
    </p:bg>
    <p:spTree>
      <p:nvGrpSpPr>
        <p:cNvPr id="1" name=""/>
        <p:cNvGrpSpPr/>
        <p:nvPr/>
      </p:nvGrpSpPr>
      <p:grpSpPr>
        <a:xfrm>
          <a:off x="0" y="0"/>
          <a:ext cx="0" cy="0"/>
          <a:chOff x="0" y="0"/>
          <a:chExt cx="0" cy="0"/>
        </a:xfrm>
      </p:grpSpPr>
      <p:sp>
        <p:nvSpPr>
          <p:cNvPr id="8" name="Picture Placeholder 9"/>
          <p:cNvSpPr>
            <a:spLocks noGrp="1"/>
          </p:cNvSpPr>
          <p:nvPr>
            <p:ph type="pic" sz="quarter" idx="10" hasCustomPrompt="1"/>
          </p:nvPr>
        </p:nvSpPr>
        <p:spPr>
          <a:xfrm>
            <a:off x="2612799" y="1970769"/>
            <a:ext cx="1447572" cy="1643288"/>
          </a:xfrm>
        </p:spPr>
        <p:txBody>
          <a:bodyPr>
            <a:noAutofit/>
          </a:bodyPr>
          <a:lstStyle>
            <a:lvl1pPr marL="0" indent="0" algn="ctr">
              <a:buNone/>
              <a:defRPr sz="1100" baseline="0"/>
            </a:lvl1pPr>
          </a:lstStyle>
          <a:p>
            <a:r>
              <a:rPr lang="en-US" dirty="0" smtClean="0"/>
              <a:t>Click here to add Customer / Partner Logo</a:t>
            </a:r>
            <a:endParaRPr lang="en-IN" dirty="0"/>
          </a:p>
        </p:txBody>
      </p:sp>
      <p:pic>
        <p:nvPicPr>
          <p:cNvPr id="14" name="Picture 13" descr="Slides Master - 51.jpg"/>
          <p:cNvPicPr>
            <a:picLocks noChangeAspect="1"/>
          </p:cNvPicPr>
          <p:nvPr userDrawn="1"/>
        </p:nvPicPr>
        <p:blipFill>
          <a:blip r:embed="rId2"/>
          <a:stretch>
            <a:fillRect/>
          </a:stretch>
        </p:blipFill>
        <p:spPr>
          <a:xfrm>
            <a:off x="304802" y="1664833"/>
            <a:ext cx="1872342" cy="2084305"/>
          </a:xfrm>
          <a:prstGeom prst="rect">
            <a:avLst/>
          </a:prstGeom>
        </p:spPr>
      </p:pic>
      <p:cxnSp>
        <p:nvCxnSpPr>
          <p:cNvPr id="15" name="Straight Connector 14"/>
          <p:cNvCxnSpPr/>
          <p:nvPr userDrawn="1"/>
        </p:nvCxnSpPr>
        <p:spPr>
          <a:xfrm rot="5400000">
            <a:off x="3017200" y="2781258"/>
            <a:ext cx="2754000" cy="1588"/>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7" name="Picture 16" descr="WIPRO PPT Design.jpg"/>
          <p:cNvPicPr>
            <a:picLocks noChangeAspect="1"/>
          </p:cNvPicPr>
          <p:nvPr userDrawn="1"/>
        </p:nvPicPr>
        <p:blipFill>
          <a:blip r:embed="rId3"/>
          <a:stretch>
            <a:fillRect/>
          </a:stretch>
        </p:blipFill>
        <p:spPr>
          <a:xfrm>
            <a:off x="5121" y="4471039"/>
            <a:ext cx="9133758" cy="2171061"/>
          </a:xfrm>
          <a:prstGeom prst="rect">
            <a:avLst/>
          </a:prstGeom>
        </p:spPr>
      </p:pic>
      <p:sp>
        <p:nvSpPr>
          <p:cNvPr id="23" name="Text Placeholder 56"/>
          <p:cNvSpPr>
            <a:spLocks noGrp="1"/>
          </p:cNvSpPr>
          <p:nvPr>
            <p:ph type="body" sz="quarter" idx="20" hasCustomPrompt="1"/>
          </p:nvPr>
        </p:nvSpPr>
        <p:spPr>
          <a:xfrm>
            <a:off x="4700110" y="2589326"/>
            <a:ext cx="4158442" cy="707231"/>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Your Name, </a:t>
            </a:r>
            <a:br>
              <a:rPr lang="en-US" dirty="0" smtClean="0"/>
            </a:br>
            <a:r>
              <a:rPr lang="en-US" dirty="0" smtClean="0"/>
              <a:t>Designation</a:t>
            </a:r>
            <a:endParaRPr lang="en-IN" dirty="0"/>
          </a:p>
        </p:txBody>
      </p:sp>
      <p:sp>
        <p:nvSpPr>
          <p:cNvPr id="24" name="Text Placeholder 56"/>
          <p:cNvSpPr>
            <a:spLocks noGrp="1"/>
          </p:cNvSpPr>
          <p:nvPr>
            <p:ph type="body" sz="quarter" idx="21" hasCustomPrompt="1"/>
          </p:nvPr>
        </p:nvSpPr>
        <p:spPr>
          <a:xfrm>
            <a:off x="4700110" y="344623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Email ID</a:t>
            </a:r>
            <a:endParaRPr lang="en-IN" dirty="0"/>
          </a:p>
        </p:txBody>
      </p:sp>
      <p:sp>
        <p:nvSpPr>
          <p:cNvPr id="10" name="Title 3"/>
          <p:cNvSpPr>
            <a:spLocks noGrp="1"/>
          </p:cNvSpPr>
          <p:nvPr>
            <p:ph type="ctrTitle" hasCustomPrompt="1"/>
          </p:nvPr>
        </p:nvSpPr>
        <p:spPr>
          <a:xfrm>
            <a:off x="4700110" y="1767649"/>
            <a:ext cx="4203553" cy="553998"/>
          </a:xfrm>
        </p:spPr>
        <p:txBody>
          <a:bodyPr/>
          <a:lstStyle>
            <a:lvl1pPr>
              <a:defRPr/>
            </a:lvl1pPr>
          </a:lstStyle>
          <a:p>
            <a:r>
              <a:rPr lang="en-US" dirty="0" smtClean="0"/>
              <a:t>Thank you</a:t>
            </a:r>
            <a:endParaRPr lang="en-US" dirty="0"/>
          </a:p>
        </p:txBody>
      </p:sp>
    </p:spTree>
    <p:extLst>
      <p:ext uri="{BB962C8B-B14F-4D97-AF65-F5344CB8AC3E}">
        <p14:creationId xmlns:p14="http://schemas.microsoft.com/office/powerpoint/2010/main" val="369646958"/>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ntent Green">
    <p:spTree>
      <p:nvGrpSpPr>
        <p:cNvPr id="1" name=""/>
        <p:cNvGrpSpPr/>
        <p:nvPr/>
      </p:nvGrpSpPr>
      <p:grpSpPr>
        <a:xfrm>
          <a:off x="0" y="0"/>
          <a:ext cx="0" cy="0"/>
          <a:chOff x="0" y="0"/>
          <a:chExt cx="0" cy="0"/>
        </a:xfrm>
      </p:grpSpPr>
      <p:pic>
        <p:nvPicPr>
          <p:cNvPr id="4" name="Picture 2" descr="E:\My Documents\1 Temple\1 Wipro\1 On-going Jobs\Corporate ppt\z+ final\TMPLTS\8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6" name="Slide Number Placeholder 6"/>
          <p:cNvSpPr txBox="1">
            <a:spLocks/>
          </p:cNvSpPr>
          <p:nvPr/>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3B7B0FF-E961-430C-9BC0-F82EFFE86396}" type="slidenum">
              <a:rPr lang="en-US" sz="1000" b="1" smtClean="0"/>
              <a:pPr>
                <a:defRPr/>
              </a:pPr>
              <a:t>‹#›</a:t>
            </a:fld>
            <a:endParaRPr lang="en-US" sz="800" b="1" dirty="0"/>
          </a:p>
        </p:txBody>
      </p:sp>
      <p:sp>
        <p:nvSpPr>
          <p:cNvPr id="15" name="Content Placeholder 2"/>
          <p:cNvSpPr>
            <a:spLocks noGrp="1"/>
          </p:cNvSpPr>
          <p:nvPr>
            <p:ph idx="1"/>
          </p:nvPr>
        </p:nvSpPr>
        <p:spPr>
          <a:xfrm>
            <a:off x="457200" y="13716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1"/>
          <p:cNvSpPr>
            <a:spLocks noGrp="1"/>
          </p:cNvSpPr>
          <p:nvPr>
            <p:ph type="title"/>
          </p:nvPr>
        </p:nvSpPr>
        <p:spPr>
          <a:xfrm>
            <a:off x="3541"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980524"/>
            <a:ext cx="8229600" cy="553998"/>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marL="0" lvl="0" eaLnBrk="0" hangingPunct="0">
              <a:spcBef>
                <a:spcPct val="20000"/>
              </a:spcBef>
            </a:pPr>
            <a:r>
              <a:rPr lang="en-US" dirty="0" smtClean="0"/>
              <a:t>Click to edit Master title style</a:t>
            </a:r>
            <a:endParaRPr lang="en-US" dirty="0"/>
          </a:p>
        </p:txBody>
      </p:sp>
      <p:sp>
        <p:nvSpPr>
          <p:cNvPr id="3" name="Text Placeholder 2"/>
          <p:cNvSpPr>
            <a:spLocks noGrp="1"/>
          </p:cNvSpPr>
          <p:nvPr>
            <p:ph type="body" idx="1"/>
          </p:nvPr>
        </p:nvSpPr>
        <p:spPr>
          <a:xfrm>
            <a:off x="457200" y="1725877"/>
            <a:ext cx="8229600" cy="4525963"/>
          </a:xfrm>
          <a:prstGeom prst="rect">
            <a:avLst/>
          </a:prstGeom>
        </p:spPr>
        <p:txBody>
          <a:bodyP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txBox="1">
            <a:spLocks/>
          </p:cNvSpPr>
          <p:nvPr userDrawn="1"/>
        </p:nvSpPr>
        <p:spPr>
          <a:xfrm>
            <a:off x="3124200" y="6673207"/>
            <a:ext cx="2895600" cy="148963"/>
          </a:xfrm>
          <a:prstGeom prst="rect">
            <a:avLst/>
          </a:prstGeom>
          <a:noFill/>
        </p:spPr>
        <p:txBody>
          <a:bodyPr vert="horz" lIns="91440" tIns="45720" rIns="9144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smtClean="0"/>
              <a:t>© 2012 WIPRO LTD | WWW.WIPRO.COM</a:t>
            </a:r>
            <a:endParaRPr lang="en-US" dirty="0"/>
          </a:p>
        </p:txBody>
      </p:sp>
      <p:sp>
        <p:nvSpPr>
          <p:cNvPr id="6" name="Footer Placeholder 4"/>
          <p:cNvSpPr txBox="1">
            <a:spLocks/>
          </p:cNvSpPr>
          <p:nvPr userDrawn="1"/>
        </p:nvSpPr>
        <p:spPr>
          <a:xfrm>
            <a:off x="10884" y="6647351"/>
            <a:ext cx="360000" cy="148963"/>
          </a:xfrm>
          <a:prstGeom prst="rect">
            <a:avLst/>
          </a:prstGeom>
          <a:noFill/>
        </p:spPr>
        <p:txBody>
          <a:bodyPr vert="horz" lIns="91440" tIns="45720" rIns="9144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5D61087F-CA7B-4F6C-AD54-FCE24029CF22}" type="slidenum">
              <a:rPr lang="en-US" sz="1000" smtClean="0">
                <a:solidFill>
                  <a:schemeClr val="tx1">
                    <a:lumMod val="50000"/>
                    <a:lumOff val="50000"/>
                  </a:schemeClr>
                </a:solidFill>
              </a:rPr>
              <a:pPr algn="l"/>
              <a:t>‹#›</a:t>
            </a:fld>
            <a:endParaRPr lang="en-US" sz="1000" dirty="0">
              <a:solidFill>
                <a:schemeClr val="tx1">
                  <a:lumMod val="50000"/>
                  <a:lumOff val="50000"/>
                </a:schemeClr>
              </a:solidFill>
            </a:endParaRPr>
          </a:p>
        </p:txBody>
      </p:sp>
      <p:grpSp>
        <p:nvGrpSpPr>
          <p:cNvPr id="63" name="Group 62"/>
          <p:cNvGrpSpPr/>
          <p:nvPr userDrawn="1"/>
        </p:nvGrpSpPr>
        <p:grpSpPr>
          <a:xfrm>
            <a:off x="0" y="760413"/>
            <a:ext cx="9145588" cy="25200"/>
            <a:chOff x="0" y="3408363"/>
            <a:chExt cx="9145588" cy="41275"/>
          </a:xfrm>
        </p:grpSpPr>
        <p:sp>
          <p:nvSpPr>
            <p:cNvPr id="64"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
            <p:cNvSpPr>
              <a:spLocks noChangeArrowheads="1"/>
            </p:cNvSpPr>
            <p:nvPr userDrawn="1"/>
          </p:nvSpPr>
          <p:spPr bwMode="auto">
            <a:xfrm>
              <a:off x="182563" y="3408363"/>
              <a:ext cx="366713" cy="41275"/>
            </a:xfrm>
            <a:prstGeom prst="rect">
              <a:avLst/>
            </a:prstGeom>
            <a:solidFill>
              <a:srgbClr val="E42C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12"/>
            <p:cNvSpPr>
              <a:spLocks noChangeArrowheads="1"/>
            </p:cNvSpPr>
            <p:nvPr userDrawn="1"/>
          </p:nvSpPr>
          <p:spPr bwMode="auto">
            <a:xfrm>
              <a:off x="1096963" y="3408363"/>
              <a:ext cx="366713" cy="41275"/>
            </a:xfrm>
            <a:prstGeom prst="rect">
              <a:avLst/>
            </a:prstGeom>
            <a:solidFill>
              <a:srgbClr val="EC691F"/>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17"/>
            <p:cNvSpPr>
              <a:spLocks noChangeArrowheads="1"/>
            </p:cNvSpPr>
            <p:nvPr userDrawn="1"/>
          </p:nvSpPr>
          <p:spPr bwMode="auto">
            <a:xfrm>
              <a:off x="2011363" y="3408363"/>
              <a:ext cx="366713" cy="41275"/>
            </a:xfrm>
            <a:prstGeom prst="rect">
              <a:avLst/>
            </a:prstGeom>
            <a:solidFill>
              <a:srgbClr val="F49C0F"/>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22"/>
            <p:cNvSpPr>
              <a:spLocks noChangeArrowheads="1"/>
            </p:cNvSpPr>
            <p:nvPr userDrawn="1"/>
          </p:nvSpPr>
          <p:spPr bwMode="auto">
            <a:xfrm>
              <a:off x="2925763" y="3408363"/>
              <a:ext cx="366713" cy="41275"/>
            </a:xfrm>
            <a:prstGeom prst="rect">
              <a:avLst/>
            </a:prstGeom>
            <a:solidFill>
              <a:srgbClr val="FBBD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27"/>
            <p:cNvSpPr>
              <a:spLocks noChangeArrowheads="1"/>
            </p:cNvSpPr>
            <p:nvPr userDrawn="1"/>
          </p:nvSpPr>
          <p:spPr bwMode="auto">
            <a:xfrm>
              <a:off x="3840163" y="3408363"/>
              <a:ext cx="366713" cy="41275"/>
            </a:xfrm>
            <a:prstGeom prst="rect">
              <a:avLst/>
            </a:prstGeom>
            <a:solidFill>
              <a:srgbClr val="FDC6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32"/>
            <p:cNvSpPr>
              <a:spLocks noChangeArrowheads="1"/>
            </p:cNvSpPr>
            <p:nvPr userDrawn="1"/>
          </p:nvSpPr>
          <p:spPr bwMode="auto">
            <a:xfrm>
              <a:off x="4754563" y="3408363"/>
              <a:ext cx="366713" cy="41275"/>
            </a:xfrm>
            <a:prstGeom prst="rect">
              <a:avLst/>
            </a:prstGeom>
            <a:solidFill>
              <a:srgbClr val="F3CA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37"/>
            <p:cNvSpPr>
              <a:spLocks noChangeArrowheads="1"/>
            </p:cNvSpPr>
            <p:nvPr userDrawn="1"/>
          </p:nvSpPr>
          <p:spPr bwMode="auto">
            <a:xfrm>
              <a:off x="5668963" y="3408363"/>
              <a:ext cx="366713" cy="41275"/>
            </a:xfrm>
            <a:prstGeom prst="rect">
              <a:avLst/>
            </a:prstGeom>
            <a:solidFill>
              <a:srgbClr val="CCC11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42"/>
            <p:cNvSpPr>
              <a:spLocks noChangeArrowheads="1"/>
            </p:cNvSpPr>
            <p:nvPr userDrawn="1"/>
          </p:nvSpPr>
          <p:spPr bwMode="auto">
            <a:xfrm>
              <a:off x="6583363" y="3408363"/>
              <a:ext cx="366713" cy="41275"/>
            </a:xfrm>
            <a:prstGeom prst="rect">
              <a:avLst/>
            </a:prstGeom>
            <a:solidFill>
              <a:srgbClr val="51A73B"/>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47"/>
            <p:cNvSpPr>
              <a:spLocks noChangeArrowheads="1"/>
            </p:cNvSpPr>
            <p:nvPr userDrawn="1"/>
          </p:nvSpPr>
          <p:spPr bwMode="auto">
            <a:xfrm>
              <a:off x="7497763" y="3408363"/>
              <a:ext cx="366713" cy="41275"/>
            </a:xfrm>
            <a:prstGeom prst="rect">
              <a:avLst/>
            </a:prstGeom>
            <a:solidFill>
              <a:srgbClr val="008068"/>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52"/>
            <p:cNvSpPr>
              <a:spLocks noChangeArrowheads="1"/>
            </p:cNvSpPr>
            <p:nvPr userDrawn="1"/>
          </p:nvSpPr>
          <p:spPr bwMode="auto">
            <a:xfrm>
              <a:off x="8412163" y="3408363"/>
              <a:ext cx="366713" cy="41275"/>
            </a:xfrm>
            <a:prstGeom prst="rect">
              <a:avLst/>
            </a:prstGeom>
            <a:solidFill>
              <a:srgbClr val="313E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55"/>
            <p:cNvSpPr>
              <a:spLocks noChangeArrowheads="1"/>
            </p:cNvSpPr>
            <p:nvPr userDrawn="1"/>
          </p:nvSpPr>
          <p:spPr bwMode="auto">
            <a:xfrm>
              <a:off x="8961438" y="3408363"/>
              <a:ext cx="182563" cy="41275"/>
            </a:xfrm>
            <a:prstGeom prst="rect">
              <a:avLst/>
            </a:prstGeom>
            <a:solidFill>
              <a:srgbClr val="393185"/>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Freeform 56"/>
            <p:cNvSpPr>
              <a:spLocks/>
            </p:cNvSpPr>
            <p:nvPr userDrawn="1"/>
          </p:nvSpPr>
          <p:spPr bwMode="auto">
            <a:xfrm>
              <a:off x="9144000" y="3408363"/>
              <a:ext cx="1588" cy="41275"/>
            </a:xfrm>
            <a:custGeom>
              <a:avLst/>
              <a:gdLst/>
              <a:ahLst/>
              <a:cxnLst>
                <a:cxn ang="0">
                  <a:pos x="0" y="78"/>
                </a:cxn>
                <a:cxn ang="0">
                  <a:pos x="0" y="0"/>
                </a:cxn>
                <a:cxn ang="0">
                  <a:pos x="0" y="78"/>
                </a:cxn>
              </a:cxnLst>
              <a:rect l="0" t="0" r="r" b="b"/>
              <a:pathLst>
                <a:path h="78">
                  <a:moveTo>
                    <a:pt x="0" y="78"/>
                  </a:moveTo>
                  <a:lnTo>
                    <a:pt x="0" y="0"/>
                  </a:lnTo>
                  <a:lnTo>
                    <a:pt x="0" y="78"/>
                  </a:lnTo>
                  <a:close/>
                </a:path>
              </a:pathLst>
            </a:custGeom>
            <a:solidFill>
              <a:srgbClr val="393185"/>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3813036962"/>
      </p:ext>
    </p:extLst>
  </p:cSld>
  <p:clrMap bg1="lt1" tx1="dk1" bg2="lt2" tx2="dk2" accent1="accent1" accent2="accent2" accent3="accent3" accent4="accent4" accent5="accent5" accent6="accent6" hlink="hlink" folHlink="folHlink"/>
  <p:sldLayoutIdLst>
    <p:sldLayoutId id="2147483649" r:id="rId1"/>
    <p:sldLayoutId id="2147483690" r:id="rId2"/>
    <p:sldLayoutId id="2147483660" r:id="rId3"/>
    <p:sldLayoutId id="2147483708" r:id="rId4"/>
    <p:sldLayoutId id="2147483663" r:id="rId5"/>
    <p:sldLayoutId id="2147483664" r:id="rId6"/>
    <p:sldLayoutId id="2147483676" r:id="rId7"/>
    <p:sldLayoutId id="2147483677" r:id="rId8"/>
    <p:sldLayoutId id="2147483678" r:id="rId9"/>
    <p:sldLayoutId id="2147483679" r:id="rId10"/>
    <p:sldLayoutId id="2147483681" r:id="rId11"/>
    <p:sldLayoutId id="2147483702" r:id="rId12"/>
    <p:sldLayoutId id="2147483703" r:id="rId13"/>
    <p:sldLayoutId id="2147483686" r:id="rId14"/>
    <p:sldLayoutId id="2147483687" r:id="rId15"/>
    <p:sldLayoutId id="2147483688" r:id="rId16"/>
    <p:sldLayoutId id="2147483691" r:id="rId17"/>
    <p:sldLayoutId id="2147483684" r:id="rId18"/>
    <p:sldLayoutId id="2147483694" r:id="rId19"/>
    <p:sldLayoutId id="2147483661" r:id="rId20"/>
    <p:sldLayoutId id="2147483699" r:id="rId21"/>
    <p:sldLayoutId id="2147483700" r:id="rId22"/>
    <p:sldLayoutId id="2147483704" r:id="rId23"/>
    <p:sldLayoutId id="2147483705" r:id="rId24"/>
    <p:sldLayoutId id="2147483707" r:id="rId25"/>
  </p:sldLayoutIdLst>
  <p:timing>
    <p:tnLst>
      <p:par>
        <p:cTn id="1" dur="indefinite" restart="never" nodeType="tmRoot"/>
      </p:par>
    </p:tnLst>
  </p:timing>
  <p:txStyles>
    <p:titleStyle>
      <a:lvl1pPr algn="l" defTabSz="457200" rtl="0" eaLnBrk="1" latinLnBrk="0" hangingPunct="1">
        <a:spcBef>
          <a:spcPct val="0"/>
        </a:spcBef>
        <a:buNone/>
        <a:defRPr lang="en-US" sz="3000" b="1" kern="1200" dirty="0">
          <a:solidFill>
            <a:schemeClr val="tx1">
              <a:lumMod val="65000"/>
              <a:lumOff val="35000"/>
            </a:schemeClr>
          </a:solidFill>
          <a:latin typeface="+mj-lt"/>
          <a:ea typeface="+mn-ea"/>
          <a:cs typeface="Arial"/>
        </a:defRPr>
      </a:lvl1pPr>
    </p:titleStyle>
    <p:bodyStyle>
      <a:lvl1pPr marL="231775" indent="-231775" algn="l" defTabSz="457200" rtl="0" eaLnBrk="1" latinLnBrk="0" hangingPunct="1">
        <a:spcBef>
          <a:spcPct val="20000"/>
        </a:spcBef>
        <a:buFont typeface="Arial"/>
        <a:buChar char="•"/>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vl2pPr marL="742950" indent="-285750" algn="l" defTabSz="457200" rtl="0" eaLnBrk="1" latinLnBrk="0" hangingPunct="1">
        <a:spcBef>
          <a:spcPct val="20000"/>
        </a:spcBef>
        <a:buFont typeface="Arial"/>
        <a:buChar char="–"/>
        <a:defRPr kumimoji="0" lang="en-US" sz="1800" b="0" i="0" u="none" strike="noStrike" kern="1200" cap="none" spc="0" normalizeH="0" baseline="0" noProof="0" dirty="0" smtClean="0">
          <a:ln>
            <a:noFill/>
          </a:ln>
          <a:solidFill>
            <a:schemeClr val="tx1">
              <a:lumMod val="65000"/>
              <a:lumOff val="35000"/>
            </a:schemeClr>
          </a:solidFill>
          <a:effectLst/>
          <a:uLnTx/>
          <a:uFillTx/>
          <a:latin typeface="+mn-lt"/>
          <a:ea typeface="+mn-ea"/>
          <a:cs typeface="+mn-cs"/>
        </a:defRPr>
      </a:lvl2pPr>
      <a:lvl3pPr marL="1143000" indent="-228600" algn="l" defTabSz="457200" rtl="0" eaLnBrk="1" latinLnBrk="0" hangingPunct="1">
        <a:spcBef>
          <a:spcPct val="20000"/>
        </a:spcBef>
        <a:buFont typeface="Arial"/>
        <a:buChar char="•"/>
        <a:defRPr kumimoji="0" lang="en-US" sz="1600" b="0" i="0" u="none" strike="noStrike" kern="1200" cap="none" spc="0" normalizeH="0" baseline="0" noProof="0" dirty="0" smtClean="0">
          <a:ln>
            <a:noFill/>
          </a:ln>
          <a:solidFill>
            <a:schemeClr val="tx1">
              <a:lumMod val="65000"/>
              <a:lumOff val="35000"/>
            </a:schemeClr>
          </a:solidFill>
          <a:effectLst/>
          <a:uLnTx/>
          <a:uFillTx/>
          <a:latin typeface="+mn-lt"/>
          <a:ea typeface="+mn-ea"/>
          <a:cs typeface="+mn-cs"/>
        </a:defRPr>
      </a:lvl3pPr>
      <a:lvl4pPr marL="1600200" indent="-228600" algn="l" defTabSz="457200" rtl="0" eaLnBrk="1" latinLnBrk="0" hangingPunct="1">
        <a:spcBef>
          <a:spcPct val="20000"/>
        </a:spcBef>
        <a:buFont typeface="Arial"/>
        <a:buChar char="–"/>
        <a:defRPr kumimoji="0" lang="en-US" sz="1400" b="0" i="0" u="none" strike="noStrike" kern="1200" cap="none" spc="0" normalizeH="0" baseline="0" noProof="0" dirty="0" smtClean="0">
          <a:ln>
            <a:noFill/>
          </a:ln>
          <a:solidFill>
            <a:schemeClr val="tx1">
              <a:lumMod val="65000"/>
              <a:lumOff val="35000"/>
            </a:schemeClr>
          </a:solidFill>
          <a:effectLst/>
          <a:uLnTx/>
          <a:uFillTx/>
          <a:latin typeface="+mn-lt"/>
          <a:ea typeface="+mn-ea"/>
          <a:cs typeface="+mn-cs"/>
        </a:defRPr>
      </a:lvl4pPr>
      <a:lvl5pPr marL="2057400" indent="-228600" algn="l" defTabSz="457200" rtl="0" eaLnBrk="1" latinLnBrk="0" hangingPunct="1">
        <a:spcBef>
          <a:spcPct val="20000"/>
        </a:spcBef>
        <a:buFont typeface="Arial"/>
        <a:buChar char="»"/>
        <a:defRPr kumimoji="0" lang="en-US" sz="1200" b="0" i="0" u="none" strike="noStrike" kern="1200" cap="none" spc="0" normalizeH="0" baseline="0" noProof="0" dirty="0">
          <a:ln>
            <a:noFill/>
          </a:ln>
          <a:solidFill>
            <a:schemeClr val="tx1">
              <a:lumMod val="65000"/>
              <a:lumOff val="35000"/>
            </a:schemeClr>
          </a:solidFill>
          <a:effectLst/>
          <a:uLnTx/>
          <a:uFillTx/>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2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6.xml"/><Relationship Id="rId1" Type="http://schemas.openxmlformats.org/officeDocument/2006/relationships/slideLayout" Target="../slideLayouts/slideLayout2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3.xml"/><Relationship Id="rId1" Type="http://schemas.openxmlformats.org/officeDocument/2006/relationships/slideLayout" Target="../slideLayouts/slideLayout2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724691" y="2839769"/>
            <a:ext cx="4142266" cy="615553"/>
          </a:xfrm>
        </p:spPr>
        <p:txBody>
          <a:bodyPr/>
          <a:lstStyle/>
          <a:p>
            <a:pPr algn="r"/>
            <a:r>
              <a:rPr lang="en-IN" dirty="0" smtClean="0">
                <a:solidFill>
                  <a:schemeClr val="tx1"/>
                </a:solidFill>
              </a:rPr>
              <a:t>Operating System</a:t>
            </a:r>
            <a:endParaRPr lang="en-IN"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p:cNvSpPr>
            <a:spLocks noGrp="1"/>
          </p:cNvSpPr>
          <p:nvPr>
            <p:ph type="body" sz="quarter" idx="10"/>
          </p:nvPr>
        </p:nvSpPr>
        <p:spPr/>
        <p:txBody>
          <a:bodyPr>
            <a:normAutofit/>
          </a:bodyPr>
          <a:lstStyle/>
          <a:p>
            <a:r>
              <a:rPr dirty="0" smtClean="0">
                <a:solidFill>
                  <a:schemeClr val="tx1"/>
                </a:solidFill>
              </a:rPr>
              <a:t>Operating System - Overview</a:t>
            </a:r>
          </a:p>
          <a:p>
            <a:endParaRPr lang="en-IN" dirty="0">
              <a:solidFill>
                <a:schemeClr val="tx1"/>
              </a:solidFill>
            </a:endParaRPr>
          </a:p>
        </p:txBody>
      </p:sp>
      <p:sp>
        <p:nvSpPr>
          <p:cNvPr id="15" name="Text Placeholder 14"/>
          <p:cNvSpPr>
            <a:spLocks noGrp="1"/>
          </p:cNvSpPr>
          <p:nvPr>
            <p:ph type="body" sz="quarter" idx="11"/>
          </p:nvPr>
        </p:nvSpPr>
        <p:spPr/>
        <p:txBody>
          <a:bodyPr/>
          <a:lstStyle/>
          <a:p>
            <a:r>
              <a:rPr lang="en-IN" dirty="0" smtClean="0">
                <a:solidFill>
                  <a:schemeClr val="tx1"/>
                </a:solidFill>
              </a:rPr>
              <a:t>Memory Management</a:t>
            </a:r>
            <a:endParaRPr lang="en-IN" dirty="0">
              <a:solidFill>
                <a:schemeClr val="tx1"/>
              </a:solidFill>
            </a:endParaRPr>
          </a:p>
        </p:txBody>
      </p:sp>
      <p:sp>
        <p:nvSpPr>
          <p:cNvPr id="16" name="Text Placeholder 15"/>
          <p:cNvSpPr>
            <a:spLocks noGrp="1"/>
          </p:cNvSpPr>
          <p:nvPr>
            <p:ph type="body" sz="quarter" idx="12"/>
          </p:nvPr>
        </p:nvSpPr>
        <p:spPr/>
        <p:txBody>
          <a:bodyPr/>
          <a:lstStyle/>
          <a:p>
            <a:r>
              <a:rPr lang="en-IN" dirty="0" smtClean="0">
                <a:solidFill>
                  <a:schemeClr val="tx1"/>
                </a:solidFill>
              </a:rPr>
              <a:t>Process Management</a:t>
            </a:r>
          </a:p>
          <a:p>
            <a:endParaRPr lang="en-IN" dirty="0">
              <a:solidFill>
                <a:schemeClr val="tx1"/>
              </a:solidFill>
            </a:endParaRPr>
          </a:p>
        </p:txBody>
      </p:sp>
      <p:sp>
        <p:nvSpPr>
          <p:cNvPr id="17" name="Text Placeholder 16"/>
          <p:cNvSpPr>
            <a:spLocks noGrp="1"/>
          </p:cNvSpPr>
          <p:nvPr>
            <p:ph type="body" sz="quarter" idx="13"/>
          </p:nvPr>
        </p:nvSpPr>
        <p:spPr/>
        <p:txBody>
          <a:bodyPr/>
          <a:lstStyle/>
          <a:p>
            <a:r>
              <a:rPr lang="en-IN" dirty="0" smtClean="0">
                <a:solidFill>
                  <a:schemeClr val="tx1"/>
                </a:solidFill>
              </a:rPr>
              <a:t>File Management </a:t>
            </a:r>
          </a:p>
          <a:p>
            <a:endParaRPr lang="en-IN" dirty="0">
              <a:solidFill>
                <a:schemeClr val="tx1"/>
              </a:solidFill>
            </a:endParaRPr>
          </a:p>
        </p:txBody>
      </p:sp>
      <p:sp>
        <p:nvSpPr>
          <p:cNvPr id="18" name="Text Placeholder 17"/>
          <p:cNvSpPr>
            <a:spLocks noGrp="1"/>
          </p:cNvSpPr>
          <p:nvPr>
            <p:ph type="body" sz="quarter" idx="14"/>
          </p:nvPr>
        </p:nvSpPr>
        <p:spPr/>
        <p:txBody>
          <a:bodyPr/>
          <a:lstStyle/>
          <a:p>
            <a:r>
              <a:rPr lang="en-IN" dirty="0" smtClean="0">
                <a:solidFill>
                  <a:schemeClr val="tx1"/>
                </a:solidFill>
              </a:rPr>
              <a:t>Device Management</a:t>
            </a:r>
          </a:p>
          <a:p>
            <a:endParaRPr lang="en-IN" dirty="0">
              <a:solidFill>
                <a:schemeClr val="tx1"/>
              </a:solidFill>
            </a:endParaRPr>
          </a:p>
        </p:txBody>
      </p:sp>
      <p:sp>
        <p:nvSpPr>
          <p:cNvPr id="8" name="Rectangle 2"/>
          <p:cNvSpPr txBox="1">
            <a:spLocks noChangeArrowheads="1"/>
          </p:cNvSpPr>
          <p:nvPr/>
        </p:nvSpPr>
        <p:spPr>
          <a:xfrm>
            <a:off x="211015" y="103239"/>
            <a:ext cx="8686800" cy="551433"/>
          </a:xfrm>
          <a:prstGeom prst="rect">
            <a:avLst/>
          </a:prstGeom>
          <a:noFill/>
          <a:ln w="9525">
            <a:noFill/>
            <a:miter lim="800000"/>
            <a:headEnd/>
            <a:tailEnd/>
          </a:ln>
        </p:spPr>
        <p:txBody>
          <a:bodyPr vert="horz" wrap="square" lIns="90488" tIns="44450" rIns="90488" bIns="44450" numCol="1" rtlCol="0" anchor="t" anchorCtr="0" compatLnSpc="1">
            <a:prstTxWarp prst="textNoShape">
              <a:avLst/>
            </a:prstTxWarp>
            <a:sp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lang="en-US" sz="3000" b="1" dirty="0" smtClean="0">
                <a:latin typeface="+mj-lt"/>
                <a:cs typeface="Arial"/>
              </a:rPr>
              <a:t>Agenda</a:t>
            </a:r>
            <a:endParaRPr kumimoji="0" lang="en-US" sz="3000" b="1" i="0" u="none" strike="noStrike" kern="1200" cap="none" spc="0" normalizeH="0" baseline="0" noProof="0" dirty="0" smtClean="0">
              <a:ln>
                <a:noFill/>
              </a:ln>
              <a:effectLst/>
              <a:uLnTx/>
              <a:uFillTx/>
              <a:latin typeface="+mj-lt"/>
              <a:cs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22524" y="162232"/>
            <a:ext cx="8686800" cy="551433"/>
          </a:xfrm>
        </p:spPr>
        <p:txBody>
          <a:bodyPr lIns="90488" tIns="44450" rIns="90488" bIns="44450"/>
          <a:lstStyle/>
          <a:p>
            <a:pPr eaLnBrk="1" hangingPunct="1">
              <a:defRPr/>
            </a:pPr>
            <a:r>
              <a:rPr lang="en-US" dirty="0" smtClean="0">
                <a:solidFill>
                  <a:schemeClr val="tx1"/>
                </a:solidFill>
              </a:rPr>
              <a:t>Objectives</a:t>
            </a:r>
          </a:p>
        </p:txBody>
      </p:sp>
      <p:sp>
        <p:nvSpPr>
          <p:cNvPr id="224259" name="Rectangle 3"/>
          <p:cNvSpPr>
            <a:spLocks noGrp="1" noChangeArrowheads="1"/>
          </p:cNvSpPr>
          <p:nvPr>
            <p:ph type="body" idx="4294967295"/>
          </p:nvPr>
        </p:nvSpPr>
        <p:spPr>
          <a:xfrm>
            <a:off x="480822" y="969729"/>
            <a:ext cx="8176481" cy="5166099"/>
          </a:xfrm>
        </p:spPr>
        <p:txBody>
          <a:bodyPr lIns="90488" tIns="44450" rIns="90488" bIns="44450">
            <a:normAutofit/>
          </a:bodyPr>
          <a:lstStyle/>
          <a:p>
            <a:pPr algn="just">
              <a:spcBef>
                <a:spcPts val="0"/>
              </a:spcBef>
              <a:buNone/>
            </a:pPr>
            <a:r>
              <a:rPr sz="2400" dirty="0">
                <a:solidFill>
                  <a:schemeClr val="tx1"/>
                </a:solidFill>
              </a:rPr>
              <a:t>At the end of this </a:t>
            </a:r>
            <a:r>
              <a:rPr sz="2400" dirty="0" smtClean="0">
                <a:solidFill>
                  <a:schemeClr val="tx1"/>
                </a:solidFill>
              </a:rPr>
              <a:t>module, </a:t>
            </a:r>
            <a:r>
              <a:rPr sz="2400" dirty="0">
                <a:solidFill>
                  <a:schemeClr val="tx1"/>
                </a:solidFill>
              </a:rPr>
              <a:t>you will be able to</a:t>
            </a:r>
            <a:r>
              <a:rPr sz="2400" dirty="0" smtClean="0">
                <a:solidFill>
                  <a:schemeClr val="tx1"/>
                </a:solidFill>
              </a:rPr>
              <a:t>:</a:t>
            </a:r>
          </a:p>
          <a:p>
            <a:pPr algn="just">
              <a:spcBef>
                <a:spcPts val="0"/>
              </a:spcBef>
              <a:buNone/>
            </a:pPr>
            <a:endParaRPr sz="2400" dirty="0">
              <a:solidFill>
                <a:schemeClr val="tx1"/>
              </a:solidFill>
            </a:endParaRPr>
          </a:p>
          <a:p>
            <a:pPr lvl="0" algn="just">
              <a:spcBef>
                <a:spcPts val="0"/>
              </a:spcBef>
            </a:pPr>
            <a:r>
              <a:rPr sz="2400" dirty="0">
                <a:solidFill>
                  <a:schemeClr val="tx1"/>
                </a:solidFill>
              </a:rPr>
              <a:t>Define </a:t>
            </a:r>
            <a:r>
              <a:rPr sz="2400" dirty="0" smtClean="0">
                <a:solidFill>
                  <a:schemeClr val="tx1"/>
                </a:solidFill>
              </a:rPr>
              <a:t>Operating System and different types of </a:t>
            </a:r>
            <a:r>
              <a:rPr sz="2400" dirty="0">
                <a:solidFill>
                  <a:schemeClr val="tx1"/>
                </a:solidFill>
              </a:rPr>
              <a:t>Operating System </a:t>
            </a:r>
            <a:r>
              <a:rPr lang="en-US" sz="2400" dirty="0">
                <a:solidFill>
                  <a:schemeClr val="tx1"/>
                </a:solidFill>
              </a:rPr>
              <a:t>and list the functions </a:t>
            </a:r>
            <a:endParaRPr sz="2400" dirty="0">
              <a:solidFill>
                <a:schemeClr val="tx1"/>
              </a:solidFill>
            </a:endParaRPr>
          </a:p>
          <a:p>
            <a:pPr lvl="0" algn="just"/>
            <a:r>
              <a:rPr sz="2400" dirty="0" smtClean="0">
                <a:solidFill>
                  <a:schemeClr val="tx1"/>
                </a:solidFill>
              </a:rPr>
              <a:t>Define Memory Management Unit and explain </a:t>
            </a:r>
            <a:r>
              <a:rPr sz="2400" dirty="0">
                <a:solidFill>
                  <a:schemeClr val="tx1"/>
                </a:solidFill>
              </a:rPr>
              <a:t>the use of paging and segmentation in memory management</a:t>
            </a:r>
          </a:p>
          <a:p>
            <a:pPr lvl="0" algn="just"/>
            <a:r>
              <a:rPr sz="2400" dirty="0" smtClean="0">
                <a:solidFill>
                  <a:schemeClr val="tx1"/>
                </a:solidFill>
              </a:rPr>
              <a:t>Describe </a:t>
            </a:r>
            <a:r>
              <a:rPr sz="2400" dirty="0">
                <a:solidFill>
                  <a:schemeClr val="tx1"/>
                </a:solidFill>
              </a:rPr>
              <a:t>process management and process lifecycle using state diagram</a:t>
            </a:r>
          </a:p>
          <a:p>
            <a:pPr lvl="0" algn="just"/>
            <a:r>
              <a:rPr sz="2400" dirty="0">
                <a:solidFill>
                  <a:schemeClr val="tx1"/>
                </a:solidFill>
              </a:rPr>
              <a:t>Describe various responsibilities of file management </a:t>
            </a:r>
            <a:r>
              <a:rPr sz="2400" dirty="0" smtClean="0">
                <a:solidFill>
                  <a:schemeClr val="tx1"/>
                </a:solidFill>
              </a:rPr>
              <a:t>system and compare </a:t>
            </a:r>
            <a:r>
              <a:rPr sz="2400" dirty="0">
                <a:solidFill>
                  <a:schemeClr val="tx1"/>
                </a:solidFill>
              </a:rPr>
              <a:t>different file systems</a:t>
            </a:r>
          </a:p>
          <a:p>
            <a:pPr lvl="0" algn="just"/>
            <a:r>
              <a:rPr sz="2400" dirty="0" smtClean="0">
                <a:solidFill>
                  <a:schemeClr val="tx1"/>
                </a:solidFill>
              </a:rPr>
              <a:t>Describe allocation </a:t>
            </a:r>
            <a:r>
              <a:rPr sz="2400" dirty="0">
                <a:solidFill>
                  <a:schemeClr val="tx1"/>
                </a:solidFill>
              </a:rPr>
              <a:t>policy in device management</a:t>
            </a:r>
          </a:p>
          <a:p>
            <a:endParaRPr sz="2400" dirty="0"/>
          </a:p>
          <a:p>
            <a:endParaRPr sz="2400" dirty="0"/>
          </a:p>
          <a:p>
            <a:pPr eaLnBrk="1" hangingPunct="1"/>
            <a:endParaRPr lang="en-US" sz="2400" dirty="0" smtClean="0"/>
          </a:p>
          <a:p>
            <a:pPr eaLnBrk="1" hangingPunct="1"/>
            <a:endParaRPr lang="en-US" sz="2400" dirty="0"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95025147"/>
              </p:ext>
            </p:extLst>
          </p:nvPr>
        </p:nvGraphicFramePr>
        <p:xfrm>
          <a:off x="590227" y="1053385"/>
          <a:ext cx="7934341" cy="4823850"/>
        </p:xfrm>
        <a:graphic>
          <a:graphicData uri="http://schemas.openxmlformats.org/drawingml/2006/table">
            <a:tbl>
              <a:tblPr firstRow="1" bandRow="1">
                <a:tableStyleId>{5C22544A-7EE6-4342-B048-85BDC9FD1C3A}</a:tableStyleId>
              </a:tblPr>
              <a:tblGrid>
                <a:gridCol w="2447941"/>
                <a:gridCol w="4277032"/>
                <a:gridCol w="1209368"/>
              </a:tblGrid>
              <a:tr h="628070">
                <a:tc>
                  <a:txBody>
                    <a:bodyPr/>
                    <a:lstStyle/>
                    <a:p>
                      <a:r>
                        <a:rPr lang="en-US" dirty="0" smtClean="0"/>
                        <a:t>Topic</a:t>
                      </a:r>
                      <a:endParaRPr lang="en-US" dirty="0"/>
                    </a:p>
                  </a:txBody>
                  <a:tcPr/>
                </a:tc>
                <a:tc>
                  <a:txBody>
                    <a:bodyPr/>
                    <a:lstStyle/>
                    <a:p>
                      <a:r>
                        <a:rPr lang="en-US" dirty="0" smtClean="0"/>
                        <a:t>Objectives</a:t>
                      </a:r>
                      <a:endParaRPr lang="en-US" dirty="0"/>
                    </a:p>
                  </a:txBody>
                  <a:tcPr/>
                </a:tc>
                <a:tc>
                  <a:txBody>
                    <a:bodyPr/>
                    <a:lstStyle/>
                    <a:p>
                      <a:r>
                        <a:rPr lang="en-US" dirty="0" smtClean="0"/>
                        <a:t>Duration</a:t>
                      </a:r>
                    </a:p>
                    <a:p>
                      <a:r>
                        <a:rPr lang="en-US" sz="1400" dirty="0" smtClean="0"/>
                        <a:t>(in minutes)</a:t>
                      </a:r>
                      <a:endParaRPr lang="en-US" sz="1400" dirty="0"/>
                    </a:p>
                  </a:txBody>
                  <a:tcPr/>
                </a:tc>
              </a:tr>
              <a:tr h="929010">
                <a:tc>
                  <a:txBody>
                    <a:bodyPr/>
                    <a:lstStyle/>
                    <a:p>
                      <a:r>
                        <a:rPr lang="en-US" sz="1600" dirty="0" smtClean="0"/>
                        <a:t>Introduction</a:t>
                      </a:r>
                      <a:endParaRPr lang="en-US"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smtClean="0"/>
                        <a:t>Define Operating System and different types of Operating System and list the functions</a:t>
                      </a:r>
                    </a:p>
                  </a:txBody>
                  <a:tcPr/>
                </a:tc>
                <a:tc>
                  <a:txBody>
                    <a:bodyPr/>
                    <a:lstStyle/>
                    <a:p>
                      <a:pPr algn="ctr"/>
                      <a:r>
                        <a:rPr lang="en-US" dirty="0" smtClean="0"/>
                        <a:t>30</a:t>
                      </a:r>
                      <a:endParaRPr lang="en-US" dirty="0"/>
                    </a:p>
                  </a:txBody>
                  <a:tcPr/>
                </a:tc>
              </a:tr>
              <a:tr h="910714">
                <a:tc>
                  <a:txBody>
                    <a:bodyPr/>
                    <a:lstStyle/>
                    <a:p>
                      <a:r>
                        <a:rPr lang="en-US" sz="1600" dirty="0" smtClean="0"/>
                        <a:t>Memory Management</a:t>
                      </a:r>
                      <a:endParaRPr lang="en-US"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smtClean="0"/>
                        <a:t>Define MMU and explain the use of paging and segmentation in memory management</a:t>
                      </a:r>
                    </a:p>
                  </a:txBody>
                  <a:tcPr/>
                </a:tc>
                <a:tc>
                  <a:txBody>
                    <a:bodyPr/>
                    <a:lstStyle/>
                    <a:p>
                      <a:pPr algn="ctr"/>
                      <a:r>
                        <a:rPr lang="en-US" dirty="0" smtClean="0"/>
                        <a:t>45</a:t>
                      </a:r>
                      <a:endParaRPr lang="en-US" dirty="0"/>
                    </a:p>
                  </a:txBody>
                  <a:tcPr/>
                </a:tc>
              </a:tr>
              <a:tr h="759683">
                <a:tc>
                  <a:txBody>
                    <a:bodyPr/>
                    <a:lstStyle/>
                    <a:p>
                      <a:r>
                        <a:rPr lang="en-US" sz="1600" dirty="0" smtClean="0"/>
                        <a:t>Process Management</a:t>
                      </a:r>
                      <a:endParaRPr lang="en-US"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smtClean="0"/>
                        <a:t>Describe process management and process lifecycle using state diagram</a:t>
                      </a:r>
                    </a:p>
                  </a:txBody>
                  <a:tcPr/>
                </a:tc>
                <a:tc>
                  <a:txBody>
                    <a:bodyPr/>
                    <a:lstStyle/>
                    <a:p>
                      <a:pPr algn="ctr"/>
                      <a:r>
                        <a:rPr lang="en-US" dirty="0" smtClean="0"/>
                        <a:t>45</a:t>
                      </a:r>
                      <a:endParaRPr lang="en-US" dirty="0"/>
                    </a:p>
                  </a:txBody>
                  <a:tcPr/>
                </a:tc>
              </a:tr>
              <a:tr h="932696">
                <a:tc>
                  <a:txBody>
                    <a:bodyPr/>
                    <a:lstStyle/>
                    <a:p>
                      <a:r>
                        <a:rPr lang="en-US" sz="1600" dirty="0" smtClean="0"/>
                        <a:t>File management</a:t>
                      </a:r>
                      <a:endParaRPr lang="en-US"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smtClean="0"/>
                        <a:t>Describe various responsibilities of file management system and compare different file systems</a:t>
                      </a:r>
                    </a:p>
                  </a:txBody>
                  <a:tcPr/>
                </a:tc>
                <a:tc>
                  <a:txBody>
                    <a:bodyPr/>
                    <a:lstStyle/>
                    <a:p>
                      <a:pPr algn="ctr"/>
                      <a:r>
                        <a:rPr lang="en-US" dirty="0" smtClean="0"/>
                        <a:t>45</a:t>
                      </a:r>
                      <a:endParaRPr lang="en-US" dirty="0"/>
                    </a:p>
                  </a:txBody>
                  <a:tcPr/>
                </a:tc>
              </a:tr>
              <a:tr h="663677">
                <a:tc>
                  <a:txBody>
                    <a:bodyPr/>
                    <a:lstStyle/>
                    <a:p>
                      <a:r>
                        <a:rPr lang="en-US" sz="1600" dirty="0" smtClean="0"/>
                        <a:t>Device Management</a:t>
                      </a:r>
                      <a:endParaRPr lang="en-US"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smtClean="0"/>
                        <a:t>Describe allocation policy in device management</a:t>
                      </a:r>
                    </a:p>
                  </a:txBody>
                  <a:tcPr/>
                </a:tc>
                <a:tc>
                  <a:txBody>
                    <a:bodyPr/>
                    <a:lstStyle/>
                    <a:p>
                      <a:pPr algn="ctr"/>
                      <a:r>
                        <a:rPr lang="en-US" dirty="0" smtClean="0"/>
                        <a:t>30</a:t>
                      </a:r>
                      <a:endParaRPr lang="en-US" dirty="0"/>
                    </a:p>
                  </a:txBody>
                  <a:tcPr/>
                </a:tc>
              </a:tr>
            </a:tbl>
          </a:graphicData>
        </a:graphic>
      </p:graphicFrame>
      <p:sp>
        <p:nvSpPr>
          <p:cNvPr id="3" name="Text Placeholder 2"/>
          <p:cNvSpPr>
            <a:spLocks noGrp="1"/>
          </p:cNvSpPr>
          <p:nvPr>
            <p:ph type="body" sz="quarter" idx="11"/>
          </p:nvPr>
        </p:nvSpPr>
        <p:spPr>
          <a:xfrm>
            <a:off x="235974" y="145140"/>
            <a:ext cx="8454002" cy="553998"/>
          </a:xfrm>
        </p:spPr>
        <p:txBody>
          <a:bodyPr/>
          <a:lstStyle/>
          <a:p>
            <a:r>
              <a:rPr lang="en-US" dirty="0" smtClean="0">
                <a:solidFill>
                  <a:schemeClr val="tx1"/>
                </a:solidFill>
              </a:rPr>
              <a:t>Delivery Plan</a:t>
            </a:r>
            <a:endParaRPr lang="en-US" dirty="0">
              <a:solidFill>
                <a:schemeClr val="tx1"/>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500743" y="2612799"/>
            <a:ext cx="8189231" cy="623887"/>
          </a:xfrm>
        </p:spPr>
        <p:txBody>
          <a:bodyPr>
            <a:normAutofit/>
          </a:bodyPr>
          <a:lstStyle/>
          <a:p>
            <a:r>
              <a:rPr dirty="0">
                <a:solidFill>
                  <a:schemeClr val="tx1"/>
                </a:solidFill>
              </a:rPr>
              <a:t>Operating </a:t>
            </a:r>
            <a:r>
              <a:rPr dirty="0" smtClean="0">
                <a:solidFill>
                  <a:schemeClr val="tx1"/>
                </a:solidFill>
              </a:rPr>
              <a:t>System - Overview</a:t>
            </a:r>
            <a:endParaRPr lang="en-IN"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25237" y="147484"/>
            <a:ext cx="8686800" cy="551433"/>
          </a:xfrm>
        </p:spPr>
        <p:txBody>
          <a:bodyPr lIns="90488" tIns="44450" rIns="90488" bIns="44450"/>
          <a:lstStyle/>
          <a:p>
            <a:pPr eaLnBrk="1" hangingPunct="1">
              <a:defRPr/>
            </a:pPr>
            <a:r>
              <a:rPr lang="en-US" dirty="0" smtClean="0">
                <a:solidFill>
                  <a:schemeClr val="tx1"/>
                </a:solidFill>
              </a:rPr>
              <a:t>Operating System</a:t>
            </a:r>
          </a:p>
        </p:txBody>
      </p:sp>
      <p:sp>
        <p:nvSpPr>
          <p:cNvPr id="224259" name="Rectangle 3"/>
          <p:cNvSpPr>
            <a:spLocks noGrp="1" noChangeArrowheads="1"/>
          </p:cNvSpPr>
          <p:nvPr>
            <p:ph type="body" idx="4294967295"/>
          </p:nvPr>
        </p:nvSpPr>
        <p:spPr>
          <a:xfrm>
            <a:off x="514826" y="997977"/>
            <a:ext cx="8039239" cy="5056091"/>
          </a:xfrm>
        </p:spPr>
        <p:txBody>
          <a:bodyPr lIns="90488" tIns="44450" rIns="90488" bIns="44450">
            <a:normAutofit/>
          </a:bodyPr>
          <a:lstStyle/>
          <a:p>
            <a:pPr algn="just"/>
            <a:r>
              <a:rPr sz="2400" dirty="0" smtClean="0">
                <a:solidFill>
                  <a:schemeClr val="tx1"/>
                </a:solidFill>
              </a:rPr>
              <a:t>It is a set of programs which act </a:t>
            </a:r>
            <a:r>
              <a:rPr sz="2400" dirty="0">
                <a:solidFill>
                  <a:schemeClr val="tx1"/>
                </a:solidFill>
              </a:rPr>
              <a:t>as an intermediary between the user </a:t>
            </a:r>
            <a:r>
              <a:rPr sz="2400" dirty="0" smtClean="0">
                <a:solidFill>
                  <a:schemeClr val="tx1"/>
                </a:solidFill>
              </a:rPr>
              <a:t>and the computer hardware</a:t>
            </a:r>
          </a:p>
          <a:p>
            <a:pPr lvl="1" algn="just"/>
            <a:r>
              <a:rPr lang="en-US" sz="2000" dirty="0">
                <a:solidFill>
                  <a:schemeClr val="tx1"/>
                </a:solidFill>
              </a:rPr>
              <a:t>Execute user programs and make solving user problems easier.</a:t>
            </a:r>
          </a:p>
          <a:p>
            <a:pPr lvl="1" algn="just"/>
            <a:r>
              <a:rPr lang="en-US" sz="2000" dirty="0">
                <a:solidFill>
                  <a:schemeClr val="tx1"/>
                </a:solidFill>
              </a:rPr>
              <a:t>Use the computer hardware in an efficient manner</a:t>
            </a:r>
          </a:p>
          <a:p>
            <a:pPr lvl="1" algn="just"/>
            <a:r>
              <a:rPr lang="en-US" sz="2000" dirty="0">
                <a:solidFill>
                  <a:schemeClr val="tx1"/>
                </a:solidFill>
              </a:rPr>
              <a:t>Provides an to execute different types of applications</a:t>
            </a:r>
            <a:endParaRPr lang="en-US" sz="2200" b="1" dirty="0" smtClean="0">
              <a:solidFill>
                <a:schemeClr val="tx1"/>
              </a:solidFill>
            </a:endParaRPr>
          </a:p>
          <a:p>
            <a:pPr algn="just" eaLnBrk="1" hangingPunct="1"/>
            <a:r>
              <a:rPr lang="en-US" sz="2400" dirty="0" smtClean="0">
                <a:solidFill>
                  <a:schemeClr val="tx1"/>
                </a:solidFill>
              </a:rPr>
              <a:t>It is viewed as a Resource Allocator or Resource Manager</a:t>
            </a:r>
          </a:p>
          <a:p>
            <a:pPr lvl="1" algn="just"/>
            <a:r>
              <a:rPr lang="en-US" sz="2000" dirty="0">
                <a:solidFill>
                  <a:schemeClr val="tx1"/>
                </a:solidFill>
              </a:rPr>
              <a:t>Memory</a:t>
            </a:r>
          </a:p>
          <a:p>
            <a:pPr lvl="1" algn="just"/>
            <a:r>
              <a:rPr lang="en-US" sz="2000" dirty="0">
                <a:solidFill>
                  <a:schemeClr val="tx1"/>
                </a:solidFill>
              </a:rPr>
              <a:t>Processor</a:t>
            </a:r>
          </a:p>
          <a:p>
            <a:pPr lvl="1" algn="just"/>
            <a:r>
              <a:rPr lang="en-US" sz="2000" dirty="0">
                <a:solidFill>
                  <a:schemeClr val="tx1"/>
                </a:solidFill>
              </a:rPr>
              <a:t>Peripherals</a:t>
            </a:r>
          </a:p>
          <a:p>
            <a:pPr lvl="1" algn="just"/>
            <a:r>
              <a:rPr lang="en-US" sz="2000" dirty="0">
                <a:solidFill>
                  <a:schemeClr val="tx1"/>
                </a:solidFill>
              </a:rPr>
              <a:t>Information</a:t>
            </a:r>
          </a:p>
          <a:p>
            <a:pPr eaLnBrk="1" hangingPunct="1"/>
            <a:endParaRPr lang="en-US" sz="2400" dirty="0" smtClean="0"/>
          </a:p>
        </p:txBody>
      </p:sp>
      <p:grpSp>
        <p:nvGrpSpPr>
          <p:cNvPr id="2" name="Group 9"/>
          <p:cNvGrpSpPr/>
          <p:nvPr/>
        </p:nvGrpSpPr>
        <p:grpSpPr>
          <a:xfrm>
            <a:off x="2935470" y="4397191"/>
            <a:ext cx="5993382" cy="1860173"/>
            <a:chOff x="3150618" y="4397191"/>
            <a:chExt cx="5993382" cy="1860173"/>
          </a:xfrm>
        </p:grpSpPr>
        <p:pic>
          <p:nvPicPr>
            <p:cNvPr id="4" name="Picture 12" descr="MCj04352420000[1]"/>
            <p:cNvPicPr>
              <a:picLocks noChangeAspect="1" noChangeArrowheads="1"/>
            </p:cNvPicPr>
            <p:nvPr/>
          </p:nvPicPr>
          <p:blipFill>
            <a:blip r:embed="rId3"/>
            <a:srcRect b="23062"/>
            <a:stretch>
              <a:fillRect/>
            </a:stretch>
          </p:blipFill>
          <p:spPr bwMode="auto">
            <a:xfrm>
              <a:off x="8015654" y="4397191"/>
              <a:ext cx="1128346" cy="1860173"/>
            </a:xfrm>
            <a:prstGeom prst="rect">
              <a:avLst/>
            </a:prstGeom>
            <a:ln>
              <a:noFill/>
            </a:ln>
            <a:effectLst>
              <a:outerShdw blurRad="292100" dist="139700" dir="2700000" algn="tl" rotWithShape="0">
                <a:srgbClr val="333333">
                  <a:alpha val="65000"/>
                </a:srgbClr>
              </a:outerShdw>
            </a:effectLst>
          </p:spPr>
        </p:pic>
        <p:cxnSp>
          <p:nvCxnSpPr>
            <p:cNvPr id="5" name="Straight Arrow Connector 4"/>
            <p:cNvCxnSpPr/>
            <p:nvPr/>
          </p:nvCxnSpPr>
          <p:spPr bwMode="auto">
            <a:xfrm flipV="1">
              <a:off x="7279341" y="5311589"/>
              <a:ext cx="811674" cy="13446"/>
            </a:xfrm>
            <a:prstGeom prst="straightConnector1">
              <a:avLst/>
            </a:prstGeom>
            <a:solidFill>
              <a:schemeClr val="accent1"/>
            </a:solidFill>
            <a:ln w="12700" cap="flat" cmpd="sng" algn="ctr">
              <a:solidFill>
                <a:schemeClr val="tx1"/>
              </a:solidFill>
              <a:prstDash val="solid"/>
              <a:round/>
              <a:headEnd type="oval" w="med" len="med"/>
              <a:tailEnd type="none"/>
            </a:ln>
            <a:effectLst/>
          </p:spPr>
        </p:cxnSp>
        <p:sp>
          <p:nvSpPr>
            <p:cNvPr id="6" name="Rectangle 5"/>
            <p:cNvSpPr/>
            <p:nvPr/>
          </p:nvSpPr>
          <p:spPr bwMode="auto">
            <a:xfrm>
              <a:off x="5827052" y="4963245"/>
              <a:ext cx="1352215" cy="762000"/>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hangingPunct="0"/>
              <a:r>
                <a:rPr lang="en-US" sz="2000" dirty="0" smtClean="0"/>
                <a:t>Operating </a:t>
              </a:r>
            </a:p>
            <a:p>
              <a:pPr algn="ctr" eaLnBrk="0" hangingPunct="0"/>
              <a:r>
                <a:rPr lang="en-US" sz="2000" dirty="0" smtClean="0"/>
                <a:t>System</a:t>
              </a:r>
              <a:endParaRPr lang="en-US" sz="2000" dirty="0"/>
            </a:p>
          </p:txBody>
        </p:sp>
        <p:cxnSp>
          <p:nvCxnSpPr>
            <p:cNvPr id="7" name="Straight Arrow Connector 6"/>
            <p:cNvCxnSpPr/>
            <p:nvPr/>
          </p:nvCxnSpPr>
          <p:spPr bwMode="auto">
            <a:xfrm rot="10800000" flipV="1">
              <a:off x="4683786" y="5342645"/>
              <a:ext cx="1094018" cy="32656"/>
            </a:xfrm>
            <a:prstGeom prst="straightConnector1">
              <a:avLst/>
            </a:prstGeom>
            <a:solidFill>
              <a:schemeClr val="accent1"/>
            </a:solidFill>
            <a:ln w="12700" cap="flat" cmpd="sng" algn="ctr">
              <a:solidFill>
                <a:schemeClr val="tx1"/>
              </a:solidFill>
              <a:prstDash val="solid"/>
              <a:round/>
              <a:headEnd type="oval" w="med" len="med"/>
              <a:tailEnd type="none"/>
            </a:ln>
            <a:effectLst/>
          </p:spPr>
        </p:cxnSp>
        <p:pic>
          <p:nvPicPr>
            <p:cNvPr id="8" name="Picture 2"/>
            <p:cNvPicPr>
              <a:picLocks noChangeAspect="1" noChangeArrowheads="1"/>
            </p:cNvPicPr>
            <p:nvPr/>
          </p:nvPicPr>
          <p:blipFill>
            <a:blip r:embed="rId4"/>
            <a:srcRect/>
            <a:stretch>
              <a:fillRect/>
            </a:stretch>
          </p:blipFill>
          <p:spPr bwMode="auto">
            <a:xfrm>
              <a:off x="3150618" y="4623305"/>
              <a:ext cx="1684126" cy="15982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 calcmode="lin" valueType="num">
                                      <p:cBhvr>
                                        <p:cTn id="7" dur="1000" fill="hold"/>
                                        <p:tgtEl>
                                          <p:spTgt spid="22425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2425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2425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24259">
                                            <p:txEl>
                                              <p:pRg st="0" end="0"/>
                                            </p:txEl>
                                          </p:spTgt>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grpId="0" nodeType="withEffect">
                                  <p:stCondLst>
                                    <p:cond delay="0"/>
                                  </p:stCondLst>
                                  <p:childTnLst>
                                    <p:set>
                                      <p:cBhvr>
                                        <p:cTn id="12" dur="1" fill="hold">
                                          <p:stCondLst>
                                            <p:cond delay="0"/>
                                          </p:stCondLst>
                                        </p:cTn>
                                        <p:tgtEl>
                                          <p:spTgt spid="224259">
                                            <p:txEl>
                                              <p:pRg st="1" end="1"/>
                                            </p:txEl>
                                          </p:spTgt>
                                        </p:tgtEl>
                                        <p:attrNameLst>
                                          <p:attrName>style.visibility</p:attrName>
                                        </p:attrNameLst>
                                      </p:cBhvr>
                                      <p:to>
                                        <p:strVal val="visible"/>
                                      </p:to>
                                    </p:set>
                                    <p:anim calcmode="lin" valueType="num">
                                      <p:cBhvr>
                                        <p:cTn id="13" dur="1000" fill="hold"/>
                                        <p:tgtEl>
                                          <p:spTgt spid="224259">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224259">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22425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224259">
                                            <p:txEl>
                                              <p:pRg st="1" end="1"/>
                                            </p:txEl>
                                          </p:spTgt>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grpId="0" nodeType="withEffect">
                                  <p:stCondLst>
                                    <p:cond delay="0"/>
                                  </p:stCondLst>
                                  <p:childTnLst>
                                    <p:set>
                                      <p:cBhvr>
                                        <p:cTn id="18" dur="1" fill="hold">
                                          <p:stCondLst>
                                            <p:cond delay="0"/>
                                          </p:stCondLst>
                                        </p:cTn>
                                        <p:tgtEl>
                                          <p:spTgt spid="224259">
                                            <p:txEl>
                                              <p:pRg st="2" end="2"/>
                                            </p:txEl>
                                          </p:spTgt>
                                        </p:tgtEl>
                                        <p:attrNameLst>
                                          <p:attrName>style.visibility</p:attrName>
                                        </p:attrNameLst>
                                      </p:cBhvr>
                                      <p:to>
                                        <p:strVal val="visible"/>
                                      </p:to>
                                    </p:set>
                                    <p:anim calcmode="lin" valueType="num">
                                      <p:cBhvr>
                                        <p:cTn id="19" dur="1000" fill="hold"/>
                                        <p:tgtEl>
                                          <p:spTgt spid="224259">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224259">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224259">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224259">
                                            <p:txEl>
                                              <p:pRg st="2" end="2"/>
                                            </p:txEl>
                                          </p:spTgt>
                                        </p:tgtEl>
                                        <p:attrNameLst>
                                          <p:attrName>ppt_y</p:attrName>
                                        </p:attrNameLst>
                                      </p:cBhvr>
                                      <p:tavLst>
                                        <p:tav tm="0" fmla="#ppt_y+(sin(-2*pi*(1-$))*-#ppt_x+cos(-2*pi*(1-$))*(1-#ppt_y))*(1-$)">
                                          <p:val>
                                            <p:fltVal val="0"/>
                                          </p:val>
                                        </p:tav>
                                        <p:tav tm="100000">
                                          <p:val>
                                            <p:fltVal val="1"/>
                                          </p:val>
                                        </p:tav>
                                      </p:tavLst>
                                    </p:anim>
                                  </p:childTnLst>
                                </p:cTn>
                              </p:par>
                              <p:par>
                                <p:cTn id="23" presetID="15" presetClass="entr" presetSubtype="0" fill="hold" grpId="0" nodeType="withEffect">
                                  <p:stCondLst>
                                    <p:cond delay="0"/>
                                  </p:stCondLst>
                                  <p:childTnLst>
                                    <p:set>
                                      <p:cBhvr>
                                        <p:cTn id="24" dur="1" fill="hold">
                                          <p:stCondLst>
                                            <p:cond delay="0"/>
                                          </p:stCondLst>
                                        </p:cTn>
                                        <p:tgtEl>
                                          <p:spTgt spid="224259">
                                            <p:txEl>
                                              <p:pRg st="3" end="3"/>
                                            </p:txEl>
                                          </p:spTgt>
                                        </p:tgtEl>
                                        <p:attrNameLst>
                                          <p:attrName>style.visibility</p:attrName>
                                        </p:attrNameLst>
                                      </p:cBhvr>
                                      <p:to>
                                        <p:strVal val="visible"/>
                                      </p:to>
                                    </p:set>
                                    <p:anim calcmode="lin" valueType="num">
                                      <p:cBhvr>
                                        <p:cTn id="25" dur="1000" fill="hold"/>
                                        <p:tgtEl>
                                          <p:spTgt spid="224259">
                                            <p:txEl>
                                              <p:pRg st="3" end="3"/>
                                            </p:txEl>
                                          </p:spTgt>
                                        </p:tgtEl>
                                        <p:attrNameLst>
                                          <p:attrName>ppt_w</p:attrName>
                                        </p:attrNameLst>
                                      </p:cBhvr>
                                      <p:tavLst>
                                        <p:tav tm="0">
                                          <p:val>
                                            <p:fltVal val="0"/>
                                          </p:val>
                                        </p:tav>
                                        <p:tav tm="100000">
                                          <p:val>
                                            <p:strVal val="#ppt_w"/>
                                          </p:val>
                                        </p:tav>
                                      </p:tavLst>
                                    </p:anim>
                                    <p:anim calcmode="lin" valueType="num">
                                      <p:cBhvr>
                                        <p:cTn id="26" dur="1000" fill="hold"/>
                                        <p:tgtEl>
                                          <p:spTgt spid="224259">
                                            <p:txEl>
                                              <p:pRg st="3" end="3"/>
                                            </p:txEl>
                                          </p:spTgt>
                                        </p:tgtEl>
                                        <p:attrNameLst>
                                          <p:attrName>ppt_h</p:attrName>
                                        </p:attrNameLst>
                                      </p:cBhvr>
                                      <p:tavLst>
                                        <p:tav tm="0">
                                          <p:val>
                                            <p:fltVal val="0"/>
                                          </p:val>
                                        </p:tav>
                                        <p:tav tm="100000">
                                          <p:val>
                                            <p:strVal val="#ppt_h"/>
                                          </p:val>
                                        </p:tav>
                                      </p:tavLst>
                                    </p:anim>
                                    <p:anim calcmode="lin" valueType="num">
                                      <p:cBhvr>
                                        <p:cTn id="27" dur="1000" fill="hold"/>
                                        <p:tgtEl>
                                          <p:spTgt spid="224259">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28" dur="1000" fill="hold"/>
                                        <p:tgtEl>
                                          <p:spTgt spid="224259">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224259">
                                            <p:txEl>
                                              <p:pRg st="4" end="4"/>
                                            </p:txEl>
                                          </p:spTgt>
                                        </p:tgtEl>
                                        <p:attrNameLst>
                                          <p:attrName>style.visibility</p:attrName>
                                        </p:attrNameLst>
                                      </p:cBhvr>
                                      <p:to>
                                        <p:strVal val="visible"/>
                                      </p:to>
                                    </p:set>
                                    <p:anim calcmode="lin" valueType="num">
                                      <p:cBhvr>
                                        <p:cTn id="33" dur="1000" fill="hold"/>
                                        <p:tgtEl>
                                          <p:spTgt spid="224259">
                                            <p:txEl>
                                              <p:pRg st="4" end="4"/>
                                            </p:txEl>
                                          </p:spTgt>
                                        </p:tgtEl>
                                        <p:attrNameLst>
                                          <p:attrName>ppt_w</p:attrName>
                                        </p:attrNameLst>
                                      </p:cBhvr>
                                      <p:tavLst>
                                        <p:tav tm="0">
                                          <p:val>
                                            <p:fltVal val="0"/>
                                          </p:val>
                                        </p:tav>
                                        <p:tav tm="100000">
                                          <p:val>
                                            <p:strVal val="#ppt_w"/>
                                          </p:val>
                                        </p:tav>
                                      </p:tavLst>
                                    </p:anim>
                                    <p:anim calcmode="lin" valueType="num">
                                      <p:cBhvr>
                                        <p:cTn id="34" dur="1000" fill="hold"/>
                                        <p:tgtEl>
                                          <p:spTgt spid="224259">
                                            <p:txEl>
                                              <p:pRg st="4" end="4"/>
                                            </p:txEl>
                                          </p:spTgt>
                                        </p:tgtEl>
                                        <p:attrNameLst>
                                          <p:attrName>ppt_h</p:attrName>
                                        </p:attrNameLst>
                                      </p:cBhvr>
                                      <p:tavLst>
                                        <p:tav tm="0">
                                          <p:val>
                                            <p:fltVal val="0"/>
                                          </p:val>
                                        </p:tav>
                                        <p:tav tm="100000">
                                          <p:val>
                                            <p:strVal val="#ppt_h"/>
                                          </p:val>
                                        </p:tav>
                                      </p:tavLst>
                                    </p:anim>
                                    <p:anim calcmode="lin" valueType="num">
                                      <p:cBhvr>
                                        <p:cTn id="35" dur="1000" fill="hold"/>
                                        <p:tgtEl>
                                          <p:spTgt spid="224259">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224259">
                                            <p:txEl>
                                              <p:pRg st="4" end="4"/>
                                            </p:txEl>
                                          </p:spTgt>
                                        </p:tgtEl>
                                        <p:attrNameLst>
                                          <p:attrName>ppt_y</p:attrName>
                                        </p:attrNameLst>
                                      </p:cBhvr>
                                      <p:tavLst>
                                        <p:tav tm="0" fmla="#ppt_y+(sin(-2*pi*(1-$))*-#ppt_x+cos(-2*pi*(1-$))*(1-#ppt_y))*(1-$)">
                                          <p:val>
                                            <p:fltVal val="0"/>
                                          </p:val>
                                        </p:tav>
                                        <p:tav tm="100000">
                                          <p:val>
                                            <p:fltVal val="1"/>
                                          </p:val>
                                        </p:tav>
                                      </p:tavLst>
                                    </p:anim>
                                  </p:childTnLst>
                                </p:cTn>
                              </p:par>
                              <p:par>
                                <p:cTn id="37" presetID="15" presetClass="entr" presetSubtype="0" fill="hold" grpId="0" nodeType="withEffect">
                                  <p:stCondLst>
                                    <p:cond delay="0"/>
                                  </p:stCondLst>
                                  <p:childTnLst>
                                    <p:set>
                                      <p:cBhvr>
                                        <p:cTn id="38" dur="1" fill="hold">
                                          <p:stCondLst>
                                            <p:cond delay="0"/>
                                          </p:stCondLst>
                                        </p:cTn>
                                        <p:tgtEl>
                                          <p:spTgt spid="224259">
                                            <p:txEl>
                                              <p:pRg st="5" end="5"/>
                                            </p:txEl>
                                          </p:spTgt>
                                        </p:tgtEl>
                                        <p:attrNameLst>
                                          <p:attrName>style.visibility</p:attrName>
                                        </p:attrNameLst>
                                      </p:cBhvr>
                                      <p:to>
                                        <p:strVal val="visible"/>
                                      </p:to>
                                    </p:set>
                                    <p:anim calcmode="lin" valueType="num">
                                      <p:cBhvr>
                                        <p:cTn id="39" dur="1000" fill="hold"/>
                                        <p:tgtEl>
                                          <p:spTgt spid="224259">
                                            <p:txEl>
                                              <p:pRg st="5" end="5"/>
                                            </p:txEl>
                                          </p:spTgt>
                                        </p:tgtEl>
                                        <p:attrNameLst>
                                          <p:attrName>ppt_w</p:attrName>
                                        </p:attrNameLst>
                                      </p:cBhvr>
                                      <p:tavLst>
                                        <p:tav tm="0">
                                          <p:val>
                                            <p:fltVal val="0"/>
                                          </p:val>
                                        </p:tav>
                                        <p:tav tm="100000">
                                          <p:val>
                                            <p:strVal val="#ppt_w"/>
                                          </p:val>
                                        </p:tav>
                                      </p:tavLst>
                                    </p:anim>
                                    <p:anim calcmode="lin" valueType="num">
                                      <p:cBhvr>
                                        <p:cTn id="40" dur="1000" fill="hold"/>
                                        <p:tgtEl>
                                          <p:spTgt spid="224259">
                                            <p:txEl>
                                              <p:pRg st="5" end="5"/>
                                            </p:txEl>
                                          </p:spTgt>
                                        </p:tgtEl>
                                        <p:attrNameLst>
                                          <p:attrName>ppt_h</p:attrName>
                                        </p:attrNameLst>
                                      </p:cBhvr>
                                      <p:tavLst>
                                        <p:tav tm="0">
                                          <p:val>
                                            <p:fltVal val="0"/>
                                          </p:val>
                                        </p:tav>
                                        <p:tav tm="100000">
                                          <p:val>
                                            <p:strVal val="#ppt_h"/>
                                          </p:val>
                                        </p:tav>
                                      </p:tavLst>
                                    </p:anim>
                                    <p:anim calcmode="lin" valueType="num">
                                      <p:cBhvr>
                                        <p:cTn id="41" dur="1000" fill="hold"/>
                                        <p:tgtEl>
                                          <p:spTgt spid="224259">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224259">
                                            <p:txEl>
                                              <p:pRg st="5" end="5"/>
                                            </p:txEl>
                                          </p:spTgt>
                                        </p:tgtEl>
                                        <p:attrNameLst>
                                          <p:attrName>ppt_y</p:attrName>
                                        </p:attrNameLst>
                                      </p:cBhvr>
                                      <p:tavLst>
                                        <p:tav tm="0" fmla="#ppt_y+(sin(-2*pi*(1-$))*-#ppt_x+cos(-2*pi*(1-$))*(1-#ppt_y))*(1-$)">
                                          <p:val>
                                            <p:fltVal val="0"/>
                                          </p:val>
                                        </p:tav>
                                        <p:tav tm="100000">
                                          <p:val>
                                            <p:fltVal val="1"/>
                                          </p:val>
                                        </p:tav>
                                      </p:tavLst>
                                    </p:anim>
                                  </p:childTnLst>
                                </p:cTn>
                              </p:par>
                              <p:par>
                                <p:cTn id="43" presetID="15" presetClass="entr" presetSubtype="0" fill="hold" grpId="0" nodeType="withEffect">
                                  <p:stCondLst>
                                    <p:cond delay="0"/>
                                  </p:stCondLst>
                                  <p:childTnLst>
                                    <p:set>
                                      <p:cBhvr>
                                        <p:cTn id="44" dur="1" fill="hold">
                                          <p:stCondLst>
                                            <p:cond delay="0"/>
                                          </p:stCondLst>
                                        </p:cTn>
                                        <p:tgtEl>
                                          <p:spTgt spid="224259">
                                            <p:txEl>
                                              <p:pRg st="6" end="6"/>
                                            </p:txEl>
                                          </p:spTgt>
                                        </p:tgtEl>
                                        <p:attrNameLst>
                                          <p:attrName>style.visibility</p:attrName>
                                        </p:attrNameLst>
                                      </p:cBhvr>
                                      <p:to>
                                        <p:strVal val="visible"/>
                                      </p:to>
                                    </p:set>
                                    <p:anim calcmode="lin" valueType="num">
                                      <p:cBhvr>
                                        <p:cTn id="45" dur="1000" fill="hold"/>
                                        <p:tgtEl>
                                          <p:spTgt spid="224259">
                                            <p:txEl>
                                              <p:pRg st="6" end="6"/>
                                            </p:txEl>
                                          </p:spTgt>
                                        </p:tgtEl>
                                        <p:attrNameLst>
                                          <p:attrName>ppt_w</p:attrName>
                                        </p:attrNameLst>
                                      </p:cBhvr>
                                      <p:tavLst>
                                        <p:tav tm="0">
                                          <p:val>
                                            <p:fltVal val="0"/>
                                          </p:val>
                                        </p:tav>
                                        <p:tav tm="100000">
                                          <p:val>
                                            <p:strVal val="#ppt_w"/>
                                          </p:val>
                                        </p:tav>
                                      </p:tavLst>
                                    </p:anim>
                                    <p:anim calcmode="lin" valueType="num">
                                      <p:cBhvr>
                                        <p:cTn id="46" dur="1000" fill="hold"/>
                                        <p:tgtEl>
                                          <p:spTgt spid="224259">
                                            <p:txEl>
                                              <p:pRg st="6" end="6"/>
                                            </p:txEl>
                                          </p:spTgt>
                                        </p:tgtEl>
                                        <p:attrNameLst>
                                          <p:attrName>ppt_h</p:attrName>
                                        </p:attrNameLst>
                                      </p:cBhvr>
                                      <p:tavLst>
                                        <p:tav tm="0">
                                          <p:val>
                                            <p:fltVal val="0"/>
                                          </p:val>
                                        </p:tav>
                                        <p:tav tm="100000">
                                          <p:val>
                                            <p:strVal val="#ppt_h"/>
                                          </p:val>
                                        </p:tav>
                                      </p:tavLst>
                                    </p:anim>
                                    <p:anim calcmode="lin" valueType="num">
                                      <p:cBhvr>
                                        <p:cTn id="47" dur="1000" fill="hold"/>
                                        <p:tgtEl>
                                          <p:spTgt spid="224259">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224259">
                                            <p:txEl>
                                              <p:pRg st="6" end="6"/>
                                            </p:txEl>
                                          </p:spTgt>
                                        </p:tgtEl>
                                        <p:attrNameLst>
                                          <p:attrName>ppt_y</p:attrName>
                                        </p:attrNameLst>
                                      </p:cBhvr>
                                      <p:tavLst>
                                        <p:tav tm="0" fmla="#ppt_y+(sin(-2*pi*(1-$))*-#ppt_x+cos(-2*pi*(1-$))*(1-#ppt_y))*(1-$)">
                                          <p:val>
                                            <p:fltVal val="0"/>
                                          </p:val>
                                        </p:tav>
                                        <p:tav tm="100000">
                                          <p:val>
                                            <p:fltVal val="1"/>
                                          </p:val>
                                        </p:tav>
                                      </p:tavLst>
                                    </p:anim>
                                  </p:childTnLst>
                                </p:cTn>
                              </p:par>
                              <p:par>
                                <p:cTn id="49" presetID="15" presetClass="entr" presetSubtype="0" fill="hold" grpId="0" nodeType="withEffect">
                                  <p:stCondLst>
                                    <p:cond delay="0"/>
                                  </p:stCondLst>
                                  <p:childTnLst>
                                    <p:set>
                                      <p:cBhvr>
                                        <p:cTn id="50" dur="1" fill="hold">
                                          <p:stCondLst>
                                            <p:cond delay="0"/>
                                          </p:stCondLst>
                                        </p:cTn>
                                        <p:tgtEl>
                                          <p:spTgt spid="224259">
                                            <p:txEl>
                                              <p:pRg st="7" end="7"/>
                                            </p:txEl>
                                          </p:spTgt>
                                        </p:tgtEl>
                                        <p:attrNameLst>
                                          <p:attrName>style.visibility</p:attrName>
                                        </p:attrNameLst>
                                      </p:cBhvr>
                                      <p:to>
                                        <p:strVal val="visible"/>
                                      </p:to>
                                    </p:set>
                                    <p:anim calcmode="lin" valueType="num">
                                      <p:cBhvr>
                                        <p:cTn id="51" dur="1000" fill="hold"/>
                                        <p:tgtEl>
                                          <p:spTgt spid="224259">
                                            <p:txEl>
                                              <p:pRg st="7" end="7"/>
                                            </p:txEl>
                                          </p:spTgt>
                                        </p:tgtEl>
                                        <p:attrNameLst>
                                          <p:attrName>ppt_w</p:attrName>
                                        </p:attrNameLst>
                                      </p:cBhvr>
                                      <p:tavLst>
                                        <p:tav tm="0">
                                          <p:val>
                                            <p:fltVal val="0"/>
                                          </p:val>
                                        </p:tav>
                                        <p:tav tm="100000">
                                          <p:val>
                                            <p:strVal val="#ppt_w"/>
                                          </p:val>
                                        </p:tav>
                                      </p:tavLst>
                                    </p:anim>
                                    <p:anim calcmode="lin" valueType="num">
                                      <p:cBhvr>
                                        <p:cTn id="52" dur="1000" fill="hold"/>
                                        <p:tgtEl>
                                          <p:spTgt spid="224259">
                                            <p:txEl>
                                              <p:pRg st="7" end="7"/>
                                            </p:txEl>
                                          </p:spTgt>
                                        </p:tgtEl>
                                        <p:attrNameLst>
                                          <p:attrName>ppt_h</p:attrName>
                                        </p:attrNameLst>
                                      </p:cBhvr>
                                      <p:tavLst>
                                        <p:tav tm="0">
                                          <p:val>
                                            <p:fltVal val="0"/>
                                          </p:val>
                                        </p:tav>
                                        <p:tav tm="100000">
                                          <p:val>
                                            <p:strVal val="#ppt_h"/>
                                          </p:val>
                                        </p:tav>
                                      </p:tavLst>
                                    </p:anim>
                                    <p:anim calcmode="lin" valueType="num">
                                      <p:cBhvr>
                                        <p:cTn id="53" dur="1000" fill="hold"/>
                                        <p:tgtEl>
                                          <p:spTgt spid="224259">
                                            <p:txEl>
                                              <p:pRg st="7" end="7"/>
                                            </p:txEl>
                                          </p:spTgt>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224259">
                                            <p:txEl>
                                              <p:pRg st="7" end="7"/>
                                            </p:txEl>
                                          </p:spTgt>
                                        </p:tgtEl>
                                        <p:attrNameLst>
                                          <p:attrName>ppt_y</p:attrName>
                                        </p:attrNameLst>
                                      </p:cBhvr>
                                      <p:tavLst>
                                        <p:tav tm="0" fmla="#ppt_y+(sin(-2*pi*(1-$))*-#ppt_x+cos(-2*pi*(1-$))*(1-#ppt_y))*(1-$)">
                                          <p:val>
                                            <p:fltVal val="0"/>
                                          </p:val>
                                        </p:tav>
                                        <p:tav tm="100000">
                                          <p:val>
                                            <p:fltVal val="1"/>
                                          </p:val>
                                        </p:tav>
                                      </p:tavLst>
                                    </p:anim>
                                  </p:childTnLst>
                                </p:cTn>
                              </p:par>
                              <p:par>
                                <p:cTn id="55" presetID="15" presetClass="entr" presetSubtype="0" fill="hold" grpId="0" nodeType="withEffect">
                                  <p:stCondLst>
                                    <p:cond delay="0"/>
                                  </p:stCondLst>
                                  <p:childTnLst>
                                    <p:set>
                                      <p:cBhvr>
                                        <p:cTn id="56" dur="1" fill="hold">
                                          <p:stCondLst>
                                            <p:cond delay="0"/>
                                          </p:stCondLst>
                                        </p:cTn>
                                        <p:tgtEl>
                                          <p:spTgt spid="224259">
                                            <p:txEl>
                                              <p:pRg st="8" end="8"/>
                                            </p:txEl>
                                          </p:spTgt>
                                        </p:tgtEl>
                                        <p:attrNameLst>
                                          <p:attrName>style.visibility</p:attrName>
                                        </p:attrNameLst>
                                      </p:cBhvr>
                                      <p:to>
                                        <p:strVal val="visible"/>
                                      </p:to>
                                    </p:set>
                                    <p:anim calcmode="lin" valueType="num">
                                      <p:cBhvr>
                                        <p:cTn id="57" dur="1000" fill="hold"/>
                                        <p:tgtEl>
                                          <p:spTgt spid="224259">
                                            <p:txEl>
                                              <p:pRg st="8" end="8"/>
                                            </p:txEl>
                                          </p:spTgt>
                                        </p:tgtEl>
                                        <p:attrNameLst>
                                          <p:attrName>ppt_w</p:attrName>
                                        </p:attrNameLst>
                                      </p:cBhvr>
                                      <p:tavLst>
                                        <p:tav tm="0">
                                          <p:val>
                                            <p:fltVal val="0"/>
                                          </p:val>
                                        </p:tav>
                                        <p:tav tm="100000">
                                          <p:val>
                                            <p:strVal val="#ppt_w"/>
                                          </p:val>
                                        </p:tav>
                                      </p:tavLst>
                                    </p:anim>
                                    <p:anim calcmode="lin" valueType="num">
                                      <p:cBhvr>
                                        <p:cTn id="58" dur="1000" fill="hold"/>
                                        <p:tgtEl>
                                          <p:spTgt spid="224259">
                                            <p:txEl>
                                              <p:pRg st="8" end="8"/>
                                            </p:txEl>
                                          </p:spTgt>
                                        </p:tgtEl>
                                        <p:attrNameLst>
                                          <p:attrName>ppt_h</p:attrName>
                                        </p:attrNameLst>
                                      </p:cBhvr>
                                      <p:tavLst>
                                        <p:tav tm="0">
                                          <p:val>
                                            <p:fltVal val="0"/>
                                          </p:val>
                                        </p:tav>
                                        <p:tav tm="100000">
                                          <p:val>
                                            <p:strVal val="#ppt_h"/>
                                          </p:val>
                                        </p:tav>
                                      </p:tavLst>
                                    </p:anim>
                                    <p:anim calcmode="lin" valueType="num">
                                      <p:cBhvr>
                                        <p:cTn id="59" dur="1000" fill="hold"/>
                                        <p:tgtEl>
                                          <p:spTgt spid="224259">
                                            <p:txEl>
                                              <p:pRg st="8" end="8"/>
                                            </p:txEl>
                                          </p:spTgt>
                                        </p:tgtEl>
                                        <p:attrNameLst>
                                          <p:attrName>ppt_x</p:attrName>
                                        </p:attrNameLst>
                                      </p:cBhvr>
                                      <p:tavLst>
                                        <p:tav tm="0" fmla="#ppt_x+(cos(-2*pi*(1-$))*-#ppt_x-sin(-2*pi*(1-$))*(1-#ppt_y))*(1-$)">
                                          <p:val>
                                            <p:fltVal val="0"/>
                                          </p:val>
                                        </p:tav>
                                        <p:tav tm="100000">
                                          <p:val>
                                            <p:fltVal val="1"/>
                                          </p:val>
                                        </p:tav>
                                      </p:tavLst>
                                    </p:anim>
                                    <p:anim calcmode="lin" valueType="num">
                                      <p:cBhvr>
                                        <p:cTn id="60" dur="1000" fill="hold"/>
                                        <p:tgtEl>
                                          <p:spTgt spid="224259">
                                            <p:txEl>
                                              <p:pRg st="8" end="8"/>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235974" y="145140"/>
            <a:ext cx="8454002" cy="553998"/>
          </a:xfrm>
        </p:spPr>
        <p:txBody>
          <a:bodyPr/>
          <a:lstStyle/>
          <a:p>
            <a:r>
              <a:rPr lang="en-US" dirty="0" smtClean="0">
                <a:solidFill>
                  <a:schemeClr val="tx1"/>
                </a:solidFill>
              </a:rPr>
              <a:t>Operating System – Bird’s eye view</a:t>
            </a:r>
            <a:endParaRPr lang="en-US" dirty="0">
              <a:solidFill>
                <a:schemeClr val="tx1"/>
              </a:solidFill>
            </a:endParaRPr>
          </a:p>
        </p:txBody>
      </p:sp>
      <p:sp>
        <p:nvSpPr>
          <p:cNvPr id="9" name="Text Placeholder 8"/>
          <p:cNvSpPr>
            <a:spLocks noGrp="1"/>
          </p:cNvSpPr>
          <p:nvPr>
            <p:ph type="body" sz="quarter" idx="16"/>
          </p:nvPr>
        </p:nvSpPr>
        <p:spPr>
          <a:xfrm>
            <a:off x="242048" y="1091547"/>
            <a:ext cx="4168585" cy="5076171"/>
          </a:xfrm>
        </p:spPr>
        <p:txBody>
          <a:bodyPr>
            <a:normAutofit lnSpcReduction="10000"/>
          </a:bodyPr>
          <a:lstStyle/>
          <a:p>
            <a:r>
              <a:rPr lang="en-US" dirty="0" smtClean="0">
                <a:solidFill>
                  <a:srgbClr val="C00000"/>
                </a:solidFill>
              </a:rPr>
              <a:t>General purpose </a:t>
            </a:r>
            <a:r>
              <a:rPr lang="en-US" dirty="0" smtClean="0">
                <a:solidFill>
                  <a:schemeClr val="tx1"/>
                </a:solidFill>
              </a:rPr>
              <a:t>operating systems</a:t>
            </a:r>
          </a:p>
          <a:p>
            <a:pPr lvl="1"/>
            <a:r>
              <a:rPr lang="en-US" dirty="0" smtClean="0">
                <a:solidFill>
                  <a:schemeClr val="tx1"/>
                </a:solidFill>
              </a:rPr>
              <a:t>Windows 95/98/2000/NT/XP</a:t>
            </a:r>
          </a:p>
          <a:p>
            <a:pPr lvl="1"/>
            <a:r>
              <a:rPr lang="en-US" dirty="0" smtClean="0">
                <a:solidFill>
                  <a:schemeClr val="tx1"/>
                </a:solidFill>
              </a:rPr>
              <a:t>Linux</a:t>
            </a:r>
          </a:p>
          <a:p>
            <a:pPr lvl="1"/>
            <a:r>
              <a:rPr lang="en-US" dirty="0" smtClean="0">
                <a:solidFill>
                  <a:schemeClr val="tx1"/>
                </a:solidFill>
              </a:rPr>
              <a:t>Sun Solaris</a:t>
            </a:r>
          </a:p>
          <a:p>
            <a:pPr lvl="1"/>
            <a:r>
              <a:rPr lang="en-US" dirty="0" smtClean="0">
                <a:solidFill>
                  <a:schemeClr val="tx1"/>
                </a:solidFill>
              </a:rPr>
              <a:t>HP-UX</a:t>
            </a:r>
          </a:p>
          <a:p>
            <a:pPr lvl="1"/>
            <a:r>
              <a:rPr lang="en-US" dirty="0" err="1" smtClean="0">
                <a:solidFill>
                  <a:schemeClr val="tx1"/>
                </a:solidFill>
              </a:rPr>
              <a:t>MacOS</a:t>
            </a:r>
            <a:endParaRPr lang="en-US" dirty="0" smtClean="0">
              <a:solidFill>
                <a:schemeClr val="tx1"/>
              </a:solidFill>
            </a:endParaRPr>
          </a:p>
          <a:p>
            <a:r>
              <a:rPr lang="en-US" dirty="0" smtClean="0">
                <a:solidFill>
                  <a:srgbClr val="C00000"/>
                </a:solidFill>
              </a:rPr>
              <a:t>Application specific</a:t>
            </a:r>
            <a:r>
              <a:rPr lang="en-US" dirty="0" smtClean="0">
                <a:solidFill>
                  <a:schemeClr val="tx1"/>
                </a:solidFill>
              </a:rPr>
              <a:t> operating systems, e.g. real-time</a:t>
            </a:r>
          </a:p>
          <a:p>
            <a:pPr lvl="1"/>
            <a:r>
              <a:rPr lang="en-US" dirty="0" smtClean="0">
                <a:solidFill>
                  <a:schemeClr val="tx1"/>
                </a:solidFill>
              </a:rPr>
              <a:t>OSE-Delta</a:t>
            </a:r>
          </a:p>
          <a:p>
            <a:pPr lvl="1"/>
            <a:r>
              <a:rPr lang="en-US" dirty="0" err="1" smtClean="0">
                <a:solidFill>
                  <a:schemeClr val="tx1"/>
                </a:solidFill>
              </a:rPr>
              <a:t>VxWorks</a:t>
            </a:r>
            <a:endParaRPr lang="en-US" dirty="0" smtClean="0">
              <a:solidFill>
                <a:schemeClr val="tx1"/>
              </a:solidFill>
            </a:endParaRPr>
          </a:p>
          <a:p>
            <a:pPr lvl="1"/>
            <a:r>
              <a:rPr lang="en-US" dirty="0" smtClean="0">
                <a:solidFill>
                  <a:schemeClr val="tx1"/>
                </a:solidFill>
              </a:rPr>
              <a:t>Chorus</a:t>
            </a:r>
          </a:p>
          <a:p>
            <a:pPr lvl="1"/>
            <a:r>
              <a:rPr lang="en-US" dirty="0" smtClean="0">
                <a:solidFill>
                  <a:schemeClr val="tx1"/>
                </a:solidFill>
              </a:rPr>
              <a:t>RT-Linux, RED-Linux</a:t>
            </a:r>
          </a:p>
          <a:p>
            <a:pPr lvl="1"/>
            <a:r>
              <a:rPr lang="en-US" dirty="0" smtClean="0">
                <a:solidFill>
                  <a:schemeClr val="tx1"/>
                </a:solidFill>
              </a:rPr>
              <a:t>EPOC, </a:t>
            </a:r>
            <a:r>
              <a:rPr lang="en-US" dirty="0" err="1" smtClean="0">
                <a:solidFill>
                  <a:schemeClr val="tx1"/>
                </a:solidFill>
              </a:rPr>
              <a:t>RT</a:t>
            </a:r>
            <a:r>
              <a:rPr lang="en-US" dirty="0" smtClean="0">
                <a:solidFill>
                  <a:schemeClr val="tx1"/>
                </a:solidFill>
              </a:rPr>
              <a:t>-Mac </a:t>
            </a:r>
          </a:p>
          <a:p>
            <a:pPr lvl="1">
              <a:buNone/>
            </a:pPr>
            <a:r>
              <a:rPr lang="en-US" dirty="0" smtClean="0">
                <a:solidFill>
                  <a:schemeClr val="tx1"/>
                </a:solidFill>
              </a:rPr>
              <a:t>etc.</a:t>
            </a:r>
            <a:endParaRPr lang="en-US" dirty="0">
              <a:solidFill>
                <a:schemeClr val="tx1"/>
              </a:solidFill>
            </a:endParaRPr>
          </a:p>
        </p:txBody>
      </p:sp>
      <p:pic>
        <p:nvPicPr>
          <p:cNvPr id="1026" name="Picture 2"/>
          <p:cNvPicPr>
            <a:picLocks noChangeAspect="1" noChangeArrowheads="1"/>
          </p:cNvPicPr>
          <p:nvPr/>
        </p:nvPicPr>
        <p:blipFill>
          <a:blip r:embed="rId3"/>
          <a:srcRect/>
          <a:stretch>
            <a:fillRect/>
          </a:stretch>
        </p:blipFill>
        <p:spPr bwMode="auto">
          <a:xfrm>
            <a:off x="4263149" y="1167903"/>
            <a:ext cx="4438399" cy="4805194"/>
          </a:xfrm>
          <a:prstGeom prst="rect">
            <a:avLst/>
          </a:prstGeom>
          <a:noFill/>
          <a:ln w="9525">
            <a:noFill/>
            <a:miter lim="800000"/>
            <a:headEnd/>
            <a:tailEnd/>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66770" y="162232"/>
            <a:ext cx="8686800" cy="551433"/>
          </a:xfrm>
        </p:spPr>
        <p:txBody>
          <a:bodyPr lIns="90488" tIns="44450" rIns="90488" bIns="44450"/>
          <a:lstStyle/>
          <a:p>
            <a:pPr>
              <a:defRPr/>
            </a:pPr>
            <a:r>
              <a:rPr lang="en-US" dirty="0" smtClean="0">
                <a:solidFill>
                  <a:schemeClr val="tx1"/>
                </a:solidFill>
              </a:rPr>
              <a:t>Operating System - Types</a:t>
            </a:r>
          </a:p>
        </p:txBody>
      </p:sp>
      <p:sp>
        <p:nvSpPr>
          <p:cNvPr id="224259" name="Rectangle 3"/>
          <p:cNvSpPr>
            <a:spLocks noGrp="1" noChangeArrowheads="1"/>
          </p:cNvSpPr>
          <p:nvPr>
            <p:ph type="body" idx="4294967295"/>
          </p:nvPr>
        </p:nvSpPr>
        <p:spPr>
          <a:xfrm>
            <a:off x="420329" y="1086467"/>
            <a:ext cx="8340213" cy="5228092"/>
          </a:xfrm>
        </p:spPr>
        <p:txBody>
          <a:bodyPr lIns="90488" tIns="44450" rIns="90488" bIns="44450">
            <a:normAutofit fontScale="85000" lnSpcReduction="20000"/>
          </a:bodyPr>
          <a:lstStyle/>
          <a:p>
            <a:pPr algn="just"/>
            <a:r>
              <a:rPr sz="2400" dirty="0" smtClean="0">
                <a:solidFill>
                  <a:schemeClr val="tx1"/>
                </a:solidFill>
              </a:rPr>
              <a:t>Real-Time Operating System (RTOS)</a:t>
            </a:r>
          </a:p>
          <a:p>
            <a:pPr lvl="1" algn="just"/>
            <a:r>
              <a:rPr sz="2400" dirty="0" smtClean="0">
                <a:solidFill>
                  <a:schemeClr val="tx1"/>
                </a:solidFill>
              </a:rPr>
              <a:t>Used in computers th</a:t>
            </a:r>
            <a:r>
              <a:rPr lang="en-US" sz="2400" dirty="0" smtClean="0">
                <a:solidFill>
                  <a:schemeClr val="tx1"/>
                </a:solidFill>
              </a:rPr>
              <a:t>at</a:t>
            </a:r>
            <a:r>
              <a:rPr lang="en-US" sz="2400" dirty="0">
                <a:solidFill>
                  <a:schemeClr val="tx1"/>
                </a:solidFill>
              </a:rPr>
              <a:t> </a:t>
            </a:r>
            <a:r>
              <a:rPr lang="en-US" sz="2400" dirty="0" smtClean="0">
                <a:solidFill>
                  <a:schemeClr val="tx1"/>
                </a:solidFill>
              </a:rPr>
              <a:t>control </a:t>
            </a:r>
            <a:r>
              <a:rPr sz="2400" dirty="0">
                <a:solidFill>
                  <a:schemeClr val="tx1"/>
                </a:solidFill>
              </a:rPr>
              <a:t>machinery, robots, scientific instruments and industrial </a:t>
            </a:r>
            <a:r>
              <a:rPr sz="2400" dirty="0" smtClean="0">
                <a:solidFill>
                  <a:schemeClr val="tx1"/>
                </a:solidFill>
              </a:rPr>
              <a:t>systems</a:t>
            </a:r>
          </a:p>
          <a:p>
            <a:pPr lvl="1" algn="just"/>
            <a:r>
              <a:rPr sz="2400" dirty="0">
                <a:solidFill>
                  <a:schemeClr val="tx1"/>
                </a:solidFill>
              </a:rPr>
              <a:t>Examples: </a:t>
            </a:r>
            <a:r>
              <a:rPr sz="2400" dirty="0" smtClean="0">
                <a:solidFill>
                  <a:schemeClr val="tx1"/>
                </a:solidFill>
              </a:rPr>
              <a:t>Real-Time </a:t>
            </a:r>
            <a:r>
              <a:rPr sz="2400" dirty="0">
                <a:solidFill>
                  <a:schemeClr val="tx1"/>
                </a:solidFill>
              </a:rPr>
              <a:t>Linux, </a:t>
            </a:r>
            <a:r>
              <a:rPr sz="2400" dirty="0" smtClean="0">
                <a:solidFill>
                  <a:schemeClr val="tx1"/>
                </a:solidFill>
              </a:rPr>
              <a:t>Real-Time </a:t>
            </a:r>
            <a:r>
              <a:rPr sz="2400" dirty="0">
                <a:solidFill>
                  <a:schemeClr val="tx1"/>
                </a:solidFill>
              </a:rPr>
              <a:t>Windows </a:t>
            </a:r>
            <a:r>
              <a:rPr sz="2400" dirty="0" smtClean="0">
                <a:solidFill>
                  <a:schemeClr val="tx1"/>
                </a:solidFill>
              </a:rPr>
              <a:t>NT</a:t>
            </a:r>
            <a:endParaRPr sz="2400" dirty="0">
              <a:solidFill>
                <a:schemeClr val="tx1"/>
              </a:solidFill>
            </a:endParaRPr>
          </a:p>
          <a:p>
            <a:pPr algn="just"/>
            <a:r>
              <a:rPr sz="2400" dirty="0" smtClean="0">
                <a:solidFill>
                  <a:schemeClr val="tx1"/>
                </a:solidFill>
              </a:rPr>
              <a:t>Single-user, Single task</a:t>
            </a:r>
          </a:p>
          <a:p>
            <a:pPr lvl="1" algn="just"/>
            <a:r>
              <a:rPr sz="2400" dirty="0" smtClean="0">
                <a:solidFill>
                  <a:schemeClr val="tx1"/>
                </a:solidFill>
              </a:rPr>
              <a:t>In this type of OS, one </a:t>
            </a:r>
            <a:r>
              <a:rPr sz="2400" dirty="0">
                <a:solidFill>
                  <a:schemeClr val="tx1"/>
                </a:solidFill>
              </a:rPr>
              <a:t>user can </a:t>
            </a:r>
            <a:r>
              <a:rPr sz="2400" dirty="0" smtClean="0">
                <a:solidFill>
                  <a:schemeClr val="tx1"/>
                </a:solidFill>
              </a:rPr>
              <a:t>efficiently perform </a:t>
            </a:r>
            <a:r>
              <a:rPr sz="2400" dirty="0">
                <a:solidFill>
                  <a:schemeClr val="tx1"/>
                </a:solidFill>
              </a:rPr>
              <a:t>one </a:t>
            </a:r>
            <a:r>
              <a:rPr sz="2400" dirty="0" smtClean="0">
                <a:solidFill>
                  <a:schemeClr val="tx1"/>
                </a:solidFill>
              </a:rPr>
              <a:t>task </a:t>
            </a:r>
            <a:r>
              <a:rPr sz="2400" dirty="0">
                <a:solidFill>
                  <a:schemeClr val="tx1"/>
                </a:solidFill>
              </a:rPr>
              <a:t>at a </a:t>
            </a:r>
            <a:r>
              <a:rPr sz="2400" dirty="0" smtClean="0">
                <a:solidFill>
                  <a:schemeClr val="tx1"/>
                </a:solidFill>
              </a:rPr>
              <a:t>time</a:t>
            </a:r>
          </a:p>
          <a:p>
            <a:pPr lvl="1" algn="just"/>
            <a:r>
              <a:rPr sz="2400" dirty="0" smtClean="0">
                <a:solidFill>
                  <a:schemeClr val="tx1"/>
                </a:solidFill>
              </a:rPr>
              <a:t>Examples</a:t>
            </a:r>
            <a:r>
              <a:rPr sz="2400" dirty="0">
                <a:solidFill>
                  <a:schemeClr val="tx1"/>
                </a:solidFill>
              </a:rPr>
              <a:t>: The Palm OS </a:t>
            </a:r>
            <a:r>
              <a:rPr sz="2400" dirty="0" smtClean="0">
                <a:solidFill>
                  <a:schemeClr val="tx1"/>
                </a:solidFill>
              </a:rPr>
              <a:t>used in </a:t>
            </a:r>
            <a:r>
              <a:rPr sz="2400" dirty="0">
                <a:solidFill>
                  <a:schemeClr val="tx1"/>
                </a:solidFill>
              </a:rPr>
              <a:t>Palm handheld computers</a:t>
            </a:r>
            <a:endParaRPr sz="2400" dirty="0" smtClean="0">
              <a:solidFill>
                <a:schemeClr val="tx1"/>
              </a:solidFill>
            </a:endParaRPr>
          </a:p>
          <a:p>
            <a:pPr algn="just"/>
            <a:r>
              <a:rPr sz="2400" dirty="0" smtClean="0">
                <a:solidFill>
                  <a:schemeClr val="tx1"/>
                </a:solidFill>
              </a:rPr>
              <a:t>Single-user, Multi-tasking</a:t>
            </a:r>
          </a:p>
          <a:p>
            <a:pPr lvl="1" algn="just"/>
            <a:r>
              <a:rPr sz="2400" dirty="0" smtClean="0">
                <a:solidFill>
                  <a:schemeClr val="tx1"/>
                </a:solidFill>
              </a:rPr>
              <a:t>In this type of OS, single </a:t>
            </a:r>
            <a:r>
              <a:rPr sz="2400" dirty="0">
                <a:solidFill>
                  <a:schemeClr val="tx1"/>
                </a:solidFill>
              </a:rPr>
              <a:t>user </a:t>
            </a:r>
            <a:r>
              <a:rPr sz="2400" dirty="0" smtClean="0">
                <a:solidFill>
                  <a:schemeClr val="tx1"/>
                </a:solidFill>
              </a:rPr>
              <a:t>has </a:t>
            </a:r>
            <a:r>
              <a:rPr sz="2400" dirty="0">
                <a:solidFill>
                  <a:schemeClr val="tx1"/>
                </a:solidFill>
              </a:rPr>
              <a:t>several programs in </a:t>
            </a:r>
            <a:r>
              <a:rPr sz="2400" dirty="0" smtClean="0">
                <a:solidFill>
                  <a:schemeClr val="tx1"/>
                </a:solidFill>
              </a:rPr>
              <a:t>execution </a:t>
            </a:r>
            <a:r>
              <a:rPr sz="2400" dirty="0">
                <a:solidFill>
                  <a:schemeClr val="tx1"/>
                </a:solidFill>
              </a:rPr>
              <a:t>at the same time</a:t>
            </a:r>
          </a:p>
          <a:p>
            <a:pPr lvl="1" algn="just"/>
            <a:r>
              <a:rPr sz="2400" dirty="0">
                <a:solidFill>
                  <a:schemeClr val="tx1"/>
                </a:solidFill>
              </a:rPr>
              <a:t>Examples: Windows, Mac OS, </a:t>
            </a:r>
            <a:r>
              <a:rPr sz="2400" dirty="0" smtClean="0">
                <a:solidFill>
                  <a:schemeClr val="tx1"/>
                </a:solidFill>
              </a:rPr>
              <a:t>Linux</a:t>
            </a:r>
          </a:p>
          <a:p>
            <a:pPr algn="just"/>
            <a:r>
              <a:rPr sz="2400" dirty="0" smtClean="0">
                <a:solidFill>
                  <a:schemeClr val="tx1"/>
                </a:solidFill>
              </a:rPr>
              <a:t>Multi-user</a:t>
            </a:r>
            <a:endParaRPr lang="en-US" sz="2400" dirty="0" smtClean="0">
              <a:solidFill>
                <a:schemeClr val="tx1"/>
              </a:solidFill>
            </a:endParaRPr>
          </a:p>
          <a:p>
            <a:pPr lvl="1" algn="just"/>
            <a:r>
              <a:rPr sz="2400" dirty="0">
                <a:solidFill>
                  <a:schemeClr val="tx1"/>
                </a:solidFill>
              </a:rPr>
              <a:t>In this type of OS, many different users simultaneously utilize the resources of the computer</a:t>
            </a:r>
          </a:p>
          <a:p>
            <a:pPr lvl="1" algn="just"/>
            <a:r>
              <a:rPr sz="2400" dirty="0">
                <a:solidFill>
                  <a:schemeClr val="tx1"/>
                </a:solidFill>
              </a:rPr>
              <a:t>Examples: Unix, Linux and mainframe operating systems, such as MVS</a:t>
            </a:r>
          </a:p>
          <a:p>
            <a:pPr lvl="1"/>
            <a:endParaRPr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 calcmode="lin" valueType="num">
                                      <p:cBhvr>
                                        <p:cTn id="7" dur="1000" fill="hold"/>
                                        <p:tgtEl>
                                          <p:spTgt spid="22425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2425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2425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24259">
                                            <p:txEl>
                                              <p:pRg st="0" end="0"/>
                                            </p:txEl>
                                          </p:spTgt>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grpId="0" nodeType="withEffect">
                                  <p:stCondLst>
                                    <p:cond delay="0"/>
                                  </p:stCondLst>
                                  <p:childTnLst>
                                    <p:set>
                                      <p:cBhvr>
                                        <p:cTn id="12" dur="1" fill="hold">
                                          <p:stCondLst>
                                            <p:cond delay="0"/>
                                          </p:stCondLst>
                                        </p:cTn>
                                        <p:tgtEl>
                                          <p:spTgt spid="224259">
                                            <p:txEl>
                                              <p:pRg st="1" end="1"/>
                                            </p:txEl>
                                          </p:spTgt>
                                        </p:tgtEl>
                                        <p:attrNameLst>
                                          <p:attrName>style.visibility</p:attrName>
                                        </p:attrNameLst>
                                      </p:cBhvr>
                                      <p:to>
                                        <p:strVal val="visible"/>
                                      </p:to>
                                    </p:set>
                                    <p:anim calcmode="lin" valueType="num">
                                      <p:cBhvr>
                                        <p:cTn id="13" dur="1000" fill="hold"/>
                                        <p:tgtEl>
                                          <p:spTgt spid="224259">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224259">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224259">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224259">
                                            <p:txEl>
                                              <p:pRg st="1" end="1"/>
                                            </p:txEl>
                                          </p:spTgt>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grpId="0" nodeType="withEffect">
                                  <p:stCondLst>
                                    <p:cond delay="0"/>
                                  </p:stCondLst>
                                  <p:childTnLst>
                                    <p:set>
                                      <p:cBhvr>
                                        <p:cTn id="18" dur="1" fill="hold">
                                          <p:stCondLst>
                                            <p:cond delay="0"/>
                                          </p:stCondLst>
                                        </p:cTn>
                                        <p:tgtEl>
                                          <p:spTgt spid="224259">
                                            <p:txEl>
                                              <p:pRg st="2" end="2"/>
                                            </p:txEl>
                                          </p:spTgt>
                                        </p:tgtEl>
                                        <p:attrNameLst>
                                          <p:attrName>style.visibility</p:attrName>
                                        </p:attrNameLst>
                                      </p:cBhvr>
                                      <p:to>
                                        <p:strVal val="visible"/>
                                      </p:to>
                                    </p:set>
                                    <p:anim calcmode="lin" valueType="num">
                                      <p:cBhvr>
                                        <p:cTn id="19" dur="1000" fill="hold"/>
                                        <p:tgtEl>
                                          <p:spTgt spid="224259">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224259">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224259">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224259">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224259">
                                            <p:txEl>
                                              <p:pRg st="3" end="3"/>
                                            </p:txEl>
                                          </p:spTgt>
                                        </p:tgtEl>
                                        <p:attrNameLst>
                                          <p:attrName>style.visibility</p:attrName>
                                        </p:attrNameLst>
                                      </p:cBhvr>
                                      <p:to>
                                        <p:strVal val="visible"/>
                                      </p:to>
                                    </p:set>
                                    <p:anim calcmode="lin" valueType="num">
                                      <p:cBhvr>
                                        <p:cTn id="27" dur="1000" fill="hold"/>
                                        <p:tgtEl>
                                          <p:spTgt spid="224259">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224259">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224259">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224259">
                                            <p:txEl>
                                              <p:pRg st="3" end="3"/>
                                            </p:txEl>
                                          </p:spTgt>
                                        </p:tgtEl>
                                        <p:attrNameLst>
                                          <p:attrName>ppt_y</p:attrName>
                                        </p:attrNameLst>
                                      </p:cBhvr>
                                      <p:tavLst>
                                        <p:tav tm="0" fmla="#ppt_y+(sin(-2*pi*(1-$))*-#ppt_x+cos(-2*pi*(1-$))*(1-#ppt_y))*(1-$)">
                                          <p:val>
                                            <p:fltVal val="0"/>
                                          </p:val>
                                        </p:tav>
                                        <p:tav tm="100000">
                                          <p:val>
                                            <p:fltVal val="1"/>
                                          </p:val>
                                        </p:tav>
                                      </p:tavLst>
                                    </p:anim>
                                  </p:childTnLst>
                                </p:cTn>
                              </p:par>
                              <p:par>
                                <p:cTn id="31" presetID="15" presetClass="entr" presetSubtype="0" fill="hold" grpId="0" nodeType="withEffect">
                                  <p:stCondLst>
                                    <p:cond delay="0"/>
                                  </p:stCondLst>
                                  <p:childTnLst>
                                    <p:set>
                                      <p:cBhvr>
                                        <p:cTn id="32" dur="1" fill="hold">
                                          <p:stCondLst>
                                            <p:cond delay="0"/>
                                          </p:stCondLst>
                                        </p:cTn>
                                        <p:tgtEl>
                                          <p:spTgt spid="224259">
                                            <p:txEl>
                                              <p:pRg st="4" end="4"/>
                                            </p:txEl>
                                          </p:spTgt>
                                        </p:tgtEl>
                                        <p:attrNameLst>
                                          <p:attrName>style.visibility</p:attrName>
                                        </p:attrNameLst>
                                      </p:cBhvr>
                                      <p:to>
                                        <p:strVal val="visible"/>
                                      </p:to>
                                    </p:set>
                                    <p:anim calcmode="lin" valueType="num">
                                      <p:cBhvr>
                                        <p:cTn id="33" dur="1000" fill="hold"/>
                                        <p:tgtEl>
                                          <p:spTgt spid="224259">
                                            <p:txEl>
                                              <p:pRg st="4" end="4"/>
                                            </p:txEl>
                                          </p:spTgt>
                                        </p:tgtEl>
                                        <p:attrNameLst>
                                          <p:attrName>ppt_w</p:attrName>
                                        </p:attrNameLst>
                                      </p:cBhvr>
                                      <p:tavLst>
                                        <p:tav tm="0">
                                          <p:val>
                                            <p:fltVal val="0"/>
                                          </p:val>
                                        </p:tav>
                                        <p:tav tm="100000">
                                          <p:val>
                                            <p:strVal val="#ppt_w"/>
                                          </p:val>
                                        </p:tav>
                                      </p:tavLst>
                                    </p:anim>
                                    <p:anim calcmode="lin" valueType="num">
                                      <p:cBhvr>
                                        <p:cTn id="34" dur="1000" fill="hold"/>
                                        <p:tgtEl>
                                          <p:spTgt spid="224259">
                                            <p:txEl>
                                              <p:pRg st="4" end="4"/>
                                            </p:txEl>
                                          </p:spTgt>
                                        </p:tgtEl>
                                        <p:attrNameLst>
                                          <p:attrName>ppt_h</p:attrName>
                                        </p:attrNameLst>
                                      </p:cBhvr>
                                      <p:tavLst>
                                        <p:tav tm="0">
                                          <p:val>
                                            <p:fltVal val="0"/>
                                          </p:val>
                                        </p:tav>
                                        <p:tav tm="100000">
                                          <p:val>
                                            <p:strVal val="#ppt_h"/>
                                          </p:val>
                                        </p:tav>
                                      </p:tavLst>
                                    </p:anim>
                                    <p:anim calcmode="lin" valueType="num">
                                      <p:cBhvr>
                                        <p:cTn id="35" dur="1000" fill="hold"/>
                                        <p:tgtEl>
                                          <p:spTgt spid="224259">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224259">
                                            <p:txEl>
                                              <p:pRg st="4" end="4"/>
                                            </p:txEl>
                                          </p:spTgt>
                                        </p:tgtEl>
                                        <p:attrNameLst>
                                          <p:attrName>ppt_y</p:attrName>
                                        </p:attrNameLst>
                                      </p:cBhvr>
                                      <p:tavLst>
                                        <p:tav tm="0" fmla="#ppt_y+(sin(-2*pi*(1-$))*-#ppt_x+cos(-2*pi*(1-$))*(1-#ppt_y))*(1-$)">
                                          <p:val>
                                            <p:fltVal val="0"/>
                                          </p:val>
                                        </p:tav>
                                        <p:tav tm="100000">
                                          <p:val>
                                            <p:fltVal val="1"/>
                                          </p:val>
                                        </p:tav>
                                      </p:tavLst>
                                    </p:anim>
                                  </p:childTnLst>
                                </p:cTn>
                              </p:par>
                              <p:par>
                                <p:cTn id="37" presetID="15" presetClass="entr" presetSubtype="0" fill="hold" grpId="0" nodeType="withEffect">
                                  <p:stCondLst>
                                    <p:cond delay="0"/>
                                  </p:stCondLst>
                                  <p:childTnLst>
                                    <p:set>
                                      <p:cBhvr>
                                        <p:cTn id="38" dur="1" fill="hold">
                                          <p:stCondLst>
                                            <p:cond delay="0"/>
                                          </p:stCondLst>
                                        </p:cTn>
                                        <p:tgtEl>
                                          <p:spTgt spid="224259">
                                            <p:txEl>
                                              <p:pRg st="5" end="5"/>
                                            </p:txEl>
                                          </p:spTgt>
                                        </p:tgtEl>
                                        <p:attrNameLst>
                                          <p:attrName>style.visibility</p:attrName>
                                        </p:attrNameLst>
                                      </p:cBhvr>
                                      <p:to>
                                        <p:strVal val="visible"/>
                                      </p:to>
                                    </p:set>
                                    <p:anim calcmode="lin" valueType="num">
                                      <p:cBhvr>
                                        <p:cTn id="39" dur="1000" fill="hold"/>
                                        <p:tgtEl>
                                          <p:spTgt spid="224259">
                                            <p:txEl>
                                              <p:pRg st="5" end="5"/>
                                            </p:txEl>
                                          </p:spTgt>
                                        </p:tgtEl>
                                        <p:attrNameLst>
                                          <p:attrName>ppt_w</p:attrName>
                                        </p:attrNameLst>
                                      </p:cBhvr>
                                      <p:tavLst>
                                        <p:tav tm="0">
                                          <p:val>
                                            <p:fltVal val="0"/>
                                          </p:val>
                                        </p:tav>
                                        <p:tav tm="100000">
                                          <p:val>
                                            <p:strVal val="#ppt_w"/>
                                          </p:val>
                                        </p:tav>
                                      </p:tavLst>
                                    </p:anim>
                                    <p:anim calcmode="lin" valueType="num">
                                      <p:cBhvr>
                                        <p:cTn id="40" dur="1000" fill="hold"/>
                                        <p:tgtEl>
                                          <p:spTgt spid="224259">
                                            <p:txEl>
                                              <p:pRg st="5" end="5"/>
                                            </p:txEl>
                                          </p:spTgt>
                                        </p:tgtEl>
                                        <p:attrNameLst>
                                          <p:attrName>ppt_h</p:attrName>
                                        </p:attrNameLst>
                                      </p:cBhvr>
                                      <p:tavLst>
                                        <p:tav tm="0">
                                          <p:val>
                                            <p:fltVal val="0"/>
                                          </p:val>
                                        </p:tav>
                                        <p:tav tm="100000">
                                          <p:val>
                                            <p:strVal val="#ppt_h"/>
                                          </p:val>
                                        </p:tav>
                                      </p:tavLst>
                                    </p:anim>
                                    <p:anim calcmode="lin" valueType="num">
                                      <p:cBhvr>
                                        <p:cTn id="41" dur="1000" fill="hold"/>
                                        <p:tgtEl>
                                          <p:spTgt spid="224259">
                                            <p:txEl>
                                              <p:pRg st="5" end="5"/>
                                            </p:txEl>
                                          </p:spTgt>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224259">
                                            <p:txEl>
                                              <p:pRg st="5" end="5"/>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224259">
                                            <p:txEl>
                                              <p:pRg st="6" end="6"/>
                                            </p:txEl>
                                          </p:spTgt>
                                        </p:tgtEl>
                                        <p:attrNameLst>
                                          <p:attrName>style.visibility</p:attrName>
                                        </p:attrNameLst>
                                      </p:cBhvr>
                                      <p:to>
                                        <p:strVal val="visible"/>
                                      </p:to>
                                    </p:set>
                                    <p:anim calcmode="lin" valueType="num">
                                      <p:cBhvr>
                                        <p:cTn id="47" dur="1000" fill="hold"/>
                                        <p:tgtEl>
                                          <p:spTgt spid="224259">
                                            <p:txEl>
                                              <p:pRg st="6" end="6"/>
                                            </p:txEl>
                                          </p:spTgt>
                                        </p:tgtEl>
                                        <p:attrNameLst>
                                          <p:attrName>ppt_w</p:attrName>
                                        </p:attrNameLst>
                                      </p:cBhvr>
                                      <p:tavLst>
                                        <p:tav tm="0">
                                          <p:val>
                                            <p:fltVal val="0"/>
                                          </p:val>
                                        </p:tav>
                                        <p:tav tm="100000">
                                          <p:val>
                                            <p:strVal val="#ppt_w"/>
                                          </p:val>
                                        </p:tav>
                                      </p:tavLst>
                                    </p:anim>
                                    <p:anim calcmode="lin" valueType="num">
                                      <p:cBhvr>
                                        <p:cTn id="48" dur="1000" fill="hold"/>
                                        <p:tgtEl>
                                          <p:spTgt spid="224259">
                                            <p:txEl>
                                              <p:pRg st="6" end="6"/>
                                            </p:txEl>
                                          </p:spTgt>
                                        </p:tgtEl>
                                        <p:attrNameLst>
                                          <p:attrName>ppt_h</p:attrName>
                                        </p:attrNameLst>
                                      </p:cBhvr>
                                      <p:tavLst>
                                        <p:tav tm="0">
                                          <p:val>
                                            <p:fltVal val="0"/>
                                          </p:val>
                                        </p:tav>
                                        <p:tav tm="100000">
                                          <p:val>
                                            <p:strVal val="#ppt_h"/>
                                          </p:val>
                                        </p:tav>
                                      </p:tavLst>
                                    </p:anim>
                                    <p:anim calcmode="lin" valueType="num">
                                      <p:cBhvr>
                                        <p:cTn id="49" dur="1000" fill="hold"/>
                                        <p:tgtEl>
                                          <p:spTgt spid="224259">
                                            <p:txEl>
                                              <p:pRg st="6" end="6"/>
                                            </p:txEl>
                                          </p:spTgt>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24259">
                                            <p:txEl>
                                              <p:pRg st="6" end="6"/>
                                            </p:txEl>
                                          </p:spTgt>
                                        </p:tgtEl>
                                        <p:attrNameLst>
                                          <p:attrName>ppt_y</p:attrName>
                                        </p:attrNameLst>
                                      </p:cBhvr>
                                      <p:tavLst>
                                        <p:tav tm="0" fmla="#ppt_y+(sin(-2*pi*(1-$))*-#ppt_x+cos(-2*pi*(1-$))*(1-#ppt_y))*(1-$)">
                                          <p:val>
                                            <p:fltVal val="0"/>
                                          </p:val>
                                        </p:tav>
                                        <p:tav tm="100000">
                                          <p:val>
                                            <p:fltVal val="1"/>
                                          </p:val>
                                        </p:tav>
                                      </p:tavLst>
                                    </p:anim>
                                  </p:childTnLst>
                                </p:cTn>
                              </p:par>
                              <p:par>
                                <p:cTn id="51" presetID="15" presetClass="entr" presetSubtype="0" fill="hold" grpId="0" nodeType="withEffect">
                                  <p:stCondLst>
                                    <p:cond delay="0"/>
                                  </p:stCondLst>
                                  <p:childTnLst>
                                    <p:set>
                                      <p:cBhvr>
                                        <p:cTn id="52" dur="1" fill="hold">
                                          <p:stCondLst>
                                            <p:cond delay="0"/>
                                          </p:stCondLst>
                                        </p:cTn>
                                        <p:tgtEl>
                                          <p:spTgt spid="224259">
                                            <p:txEl>
                                              <p:pRg st="7" end="7"/>
                                            </p:txEl>
                                          </p:spTgt>
                                        </p:tgtEl>
                                        <p:attrNameLst>
                                          <p:attrName>style.visibility</p:attrName>
                                        </p:attrNameLst>
                                      </p:cBhvr>
                                      <p:to>
                                        <p:strVal val="visible"/>
                                      </p:to>
                                    </p:set>
                                    <p:anim calcmode="lin" valueType="num">
                                      <p:cBhvr>
                                        <p:cTn id="53" dur="1000" fill="hold"/>
                                        <p:tgtEl>
                                          <p:spTgt spid="224259">
                                            <p:txEl>
                                              <p:pRg st="7" end="7"/>
                                            </p:txEl>
                                          </p:spTgt>
                                        </p:tgtEl>
                                        <p:attrNameLst>
                                          <p:attrName>ppt_w</p:attrName>
                                        </p:attrNameLst>
                                      </p:cBhvr>
                                      <p:tavLst>
                                        <p:tav tm="0">
                                          <p:val>
                                            <p:fltVal val="0"/>
                                          </p:val>
                                        </p:tav>
                                        <p:tav tm="100000">
                                          <p:val>
                                            <p:strVal val="#ppt_w"/>
                                          </p:val>
                                        </p:tav>
                                      </p:tavLst>
                                    </p:anim>
                                    <p:anim calcmode="lin" valueType="num">
                                      <p:cBhvr>
                                        <p:cTn id="54" dur="1000" fill="hold"/>
                                        <p:tgtEl>
                                          <p:spTgt spid="224259">
                                            <p:txEl>
                                              <p:pRg st="7" end="7"/>
                                            </p:txEl>
                                          </p:spTgt>
                                        </p:tgtEl>
                                        <p:attrNameLst>
                                          <p:attrName>ppt_h</p:attrName>
                                        </p:attrNameLst>
                                      </p:cBhvr>
                                      <p:tavLst>
                                        <p:tav tm="0">
                                          <p:val>
                                            <p:fltVal val="0"/>
                                          </p:val>
                                        </p:tav>
                                        <p:tav tm="100000">
                                          <p:val>
                                            <p:strVal val="#ppt_h"/>
                                          </p:val>
                                        </p:tav>
                                      </p:tavLst>
                                    </p:anim>
                                    <p:anim calcmode="lin" valueType="num">
                                      <p:cBhvr>
                                        <p:cTn id="55" dur="1000" fill="hold"/>
                                        <p:tgtEl>
                                          <p:spTgt spid="224259">
                                            <p:txEl>
                                              <p:pRg st="7" end="7"/>
                                            </p:txEl>
                                          </p:spTgt>
                                        </p:tgtEl>
                                        <p:attrNameLst>
                                          <p:attrName>ppt_x</p:attrName>
                                        </p:attrNameLst>
                                      </p:cBhvr>
                                      <p:tavLst>
                                        <p:tav tm="0" fmla="#ppt_x+(cos(-2*pi*(1-$))*-#ppt_x-sin(-2*pi*(1-$))*(1-#ppt_y))*(1-$)">
                                          <p:val>
                                            <p:fltVal val="0"/>
                                          </p:val>
                                        </p:tav>
                                        <p:tav tm="100000">
                                          <p:val>
                                            <p:fltVal val="1"/>
                                          </p:val>
                                        </p:tav>
                                      </p:tavLst>
                                    </p:anim>
                                    <p:anim calcmode="lin" valueType="num">
                                      <p:cBhvr>
                                        <p:cTn id="56" dur="1000" fill="hold"/>
                                        <p:tgtEl>
                                          <p:spTgt spid="224259">
                                            <p:txEl>
                                              <p:pRg st="7" end="7"/>
                                            </p:txEl>
                                          </p:spTgt>
                                        </p:tgtEl>
                                        <p:attrNameLst>
                                          <p:attrName>ppt_y</p:attrName>
                                        </p:attrNameLst>
                                      </p:cBhvr>
                                      <p:tavLst>
                                        <p:tav tm="0" fmla="#ppt_y+(sin(-2*pi*(1-$))*-#ppt_x+cos(-2*pi*(1-$))*(1-#ppt_y))*(1-$)">
                                          <p:val>
                                            <p:fltVal val="0"/>
                                          </p:val>
                                        </p:tav>
                                        <p:tav tm="100000">
                                          <p:val>
                                            <p:fltVal val="1"/>
                                          </p:val>
                                        </p:tav>
                                      </p:tavLst>
                                    </p:anim>
                                  </p:childTnLst>
                                </p:cTn>
                              </p:par>
                              <p:par>
                                <p:cTn id="57" presetID="15" presetClass="entr" presetSubtype="0" fill="hold" grpId="0" nodeType="withEffect">
                                  <p:stCondLst>
                                    <p:cond delay="0"/>
                                  </p:stCondLst>
                                  <p:childTnLst>
                                    <p:set>
                                      <p:cBhvr>
                                        <p:cTn id="58" dur="1" fill="hold">
                                          <p:stCondLst>
                                            <p:cond delay="0"/>
                                          </p:stCondLst>
                                        </p:cTn>
                                        <p:tgtEl>
                                          <p:spTgt spid="224259">
                                            <p:txEl>
                                              <p:pRg st="8" end="8"/>
                                            </p:txEl>
                                          </p:spTgt>
                                        </p:tgtEl>
                                        <p:attrNameLst>
                                          <p:attrName>style.visibility</p:attrName>
                                        </p:attrNameLst>
                                      </p:cBhvr>
                                      <p:to>
                                        <p:strVal val="visible"/>
                                      </p:to>
                                    </p:set>
                                    <p:anim calcmode="lin" valueType="num">
                                      <p:cBhvr>
                                        <p:cTn id="59" dur="1000" fill="hold"/>
                                        <p:tgtEl>
                                          <p:spTgt spid="224259">
                                            <p:txEl>
                                              <p:pRg st="8" end="8"/>
                                            </p:txEl>
                                          </p:spTgt>
                                        </p:tgtEl>
                                        <p:attrNameLst>
                                          <p:attrName>ppt_w</p:attrName>
                                        </p:attrNameLst>
                                      </p:cBhvr>
                                      <p:tavLst>
                                        <p:tav tm="0">
                                          <p:val>
                                            <p:fltVal val="0"/>
                                          </p:val>
                                        </p:tav>
                                        <p:tav tm="100000">
                                          <p:val>
                                            <p:strVal val="#ppt_w"/>
                                          </p:val>
                                        </p:tav>
                                      </p:tavLst>
                                    </p:anim>
                                    <p:anim calcmode="lin" valueType="num">
                                      <p:cBhvr>
                                        <p:cTn id="60" dur="1000" fill="hold"/>
                                        <p:tgtEl>
                                          <p:spTgt spid="224259">
                                            <p:txEl>
                                              <p:pRg st="8" end="8"/>
                                            </p:txEl>
                                          </p:spTgt>
                                        </p:tgtEl>
                                        <p:attrNameLst>
                                          <p:attrName>ppt_h</p:attrName>
                                        </p:attrNameLst>
                                      </p:cBhvr>
                                      <p:tavLst>
                                        <p:tav tm="0">
                                          <p:val>
                                            <p:fltVal val="0"/>
                                          </p:val>
                                        </p:tav>
                                        <p:tav tm="100000">
                                          <p:val>
                                            <p:strVal val="#ppt_h"/>
                                          </p:val>
                                        </p:tav>
                                      </p:tavLst>
                                    </p:anim>
                                    <p:anim calcmode="lin" valueType="num">
                                      <p:cBhvr>
                                        <p:cTn id="61" dur="1000" fill="hold"/>
                                        <p:tgtEl>
                                          <p:spTgt spid="224259">
                                            <p:txEl>
                                              <p:pRg st="8" end="8"/>
                                            </p:txEl>
                                          </p:spTgt>
                                        </p:tgtEl>
                                        <p:attrNameLst>
                                          <p:attrName>ppt_x</p:attrName>
                                        </p:attrNameLst>
                                      </p:cBhvr>
                                      <p:tavLst>
                                        <p:tav tm="0" fmla="#ppt_x+(cos(-2*pi*(1-$))*-#ppt_x-sin(-2*pi*(1-$))*(1-#ppt_y))*(1-$)">
                                          <p:val>
                                            <p:fltVal val="0"/>
                                          </p:val>
                                        </p:tav>
                                        <p:tav tm="100000">
                                          <p:val>
                                            <p:fltVal val="1"/>
                                          </p:val>
                                        </p:tav>
                                      </p:tavLst>
                                    </p:anim>
                                    <p:anim calcmode="lin" valueType="num">
                                      <p:cBhvr>
                                        <p:cTn id="62" dur="1000" fill="hold"/>
                                        <p:tgtEl>
                                          <p:spTgt spid="224259">
                                            <p:txEl>
                                              <p:pRg st="8" end="8"/>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3" fill="hold">
                      <p:stCondLst>
                        <p:cond delay="indefinite"/>
                      </p:stCondLst>
                      <p:childTnLst>
                        <p:par>
                          <p:cTn id="64" fill="hold">
                            <p:stCondLst>
                              <p:cond delay="0"/>
                            </p:stCondLst>
                            <p:childTnLst>
                              <p:par>
                                <p:cTn id="65" presetID="15" presetClass="entr" presetSubtype="0" fill="hold" grpId="0" nodeType="clickEffect">
                                  <p:stCondLst>
                                    <p:cond delay="0"/>
                                  </p:stCondLst>
                                  <p:childTnLst>
                                    <p:set>
                                      <p:cBhvr>
                                        <p:cTn id="66" dur="1" fill="hold">
                                          <p:stCondLst>
                                            <p:cond delay="0"/>
                                          </p:stCondLst>
                                        </p:cTn>
                                        <p:tgtEl>
                                          <p:spTgt spid="224259">
                                            <p:txEl>
                                              <p:pRg st="9" end="9"/>
                                            </p:txEl>
                                          </p:spTgt>
                                        </p:tgtEl>
                                        <p:attrNameLst>
                                          <p:attrName>style.visibility</p:attrName>
                                        </p:attrNameLst>
                                      </p:cBhvr>
                                      <p:to>
                                        <p:strVal val="visible"/>
                                      </p:to>
                                    </p:set>
                                    <p:anim calcmode="lin" valueType="num">
                                      <p:cBhvr>
                                        <p:cTn id="67" dur="1000" fill="hold"/>
                                        <p:tgtEl>
                                          <p:spTgt spid="224259">
                                            <p:txEl>
                                              <p:pRg st="9" end="9"/>
                                            </p:txEl>
                                          </p:spTgt>
                                        </p:tgtEl>
                                        <p:attrNameLst>
                                          <p:attrName>ppt_w</p:attrName>
                                        </p:attrNameLst>
                                      </p:cBhvr>
                                      <p:tavLst>
                                        <p:tav tm="0">
                                          <p:val>
                                            <p:fltVal val="0"/>
                                          </p:val>
                                        </p:tav>
                                        <p:tav tm="100000">
                                          <p:val>
                                            <p:strVal val="#ppt_w"/>
                                          </p:val>
                                        </p:tav>
                                      </p:tavLst>
                                    </p:anim>
                                    <p:anim calcmode="lin" valueType="num">
                                      <p:cBhvr>
                                        <p:cTn id="68" dur="1000" fill="hold"/>
                                        <p:tgtEl>
                                          <p:spTgt spid="224259">
                                            <p:txEl>
                                              <p:pRg st="9" end="9"/>
                                            </p:txEl>
                                          </p:spTgt>
                                        </p:tgtEl>
                                        <p:attrNameLst>
                                          <p:attrName>ppt_h</p:attrName>
                                        </p:attrNameLst>
                                      </p:cBhvr>
                                      <p:tavLst>
                                        <p:tav tm="0">
                                          <p:val>
                                            <p:fltVal val="0"/>
                                          </p:val>
                                        </p:tav>
                                        <p:tav tm="100000">
                                          <p:val>
                                            <p:strVal val="#ppt_h"/>
                                          </p:val>
                                        </p:tav>
                                      </p:tavLst>
                                    </p:anim>
                                    <p:anim calcmode="lin" valueType="num">
                                      <p:cBhvr>
                                        <p:cTn id="69" dur="1000" fill="hold"/>
                                        <p:tgtEl>
                                          <p:spTgt spid="224259">
                                            <p:txEl>
                                              <p:pRg st="9" end="9"/>
                                            </p:txEl>
                                          </p:spTgt>
                                        </p:tgtEl>
                                        <p:attrNameLst>
                                          <p:attrName>ppt_x</p:attrName>
                                        </p:attrNameLst>
                                      </p:cBhvr>
                                      <p:tavLst>
                                        <p:tav tm="0" fmla="#ppt_x+(cos(-2*pi*(1-$))*-#ppt_x-sin(-2*pi*(1-$))*(1-#ppt_y))*(1-$)">
                                          <p:val>
                                            <p:fltVal val="0"/>
                                          </p:val>
                                        </p:tav>
                                        <p:tav tm="100000">
                                          <p:val>
                                            <p:fltVal val="1"/>
                                          </p:val>
                                        </p:tav>
                                      </p:tavLst>
                                    </p:anim>
                                    <p:anim calcmode="lin" valueType="num">
                                      <p:cBhvr>
                                        <p:cTn id="70" dur="1000" fill="hold"/>
                                        <p:tgtEl>
                                          <p:spTgt spid="224259">
                                            <p:txEl>
                                              <p:pRg st="9" end="9"/>
                                            </p:txEl>
                                          </p:spTgt>
                                        </p:tgtEl>
                                        <p:attrNameLst>
                                          <p:attrName>ppt_y</p:attrName>
                                        </p:attrNameLst>
                                      </p:cBhvr>
                                      <p:tavLst>
                                        <p:tav tm="0" fmla="#ppt_y+(sin(-2*pi*(1-$))*-#ppt_x+cos(-2*pi*(1-$))*(1-#ppt_y))*(1-$)">
                                          <p:val>
                                            <p:fltVal val="0"/>
                                          </p:val>
                                        </p:tav>
                                        <p:tav tm="100000">
                                          <p:val>
                                            <p:fltVal val="1"/>
                                          </p:val>
                                        </p:tav>
                                      </p:tavLst>
                                    </p:anim>
                                  </p:childTnLst>
                                </p:cTn>
                              </p:par>
                              <p:par>
                                <p:cTn id="71" presetID="15" presetClass="entr" presetSubtype="0" fill="hold" grpId="0" nodeType="withEffect">
                                  <p:stCondLst>
                                    <p:cond delay="0"/>
                                  </p:stCondLst>
                                  <p:childTnLst>
                                    <p:set>
                                      <p:cBhvr>
                                        <p:cTn id="72" dur="1" fill="hold">
                                          <p:stCondLst>
                                            <p:cond delay="0"/>
                                          </p:stCondLst>
                                        </p:cTn>
                                        <p:tgtEl>
                                          <p:spTgt spid="224259">
                                            <p:txEl>
                                              <p:pRg st="10" end="10"/>
                                            </p:txEl>
                                          </p:spTgt>
                                        </p:tgtEl>
                                        <p:attrNameLst>
                                          <p:attrName>style.visibility</p:attrName>
                                        </p:attrNameLst>
                                      </p:cBhvr>
                                      <p:to>
                                        <p:strVal val="visible"/>
                                      </p:to>
                                    </p:set>
                                    <p:anim calcmode="lin" valueType="num">
                                      <p:cBhvr>
                                        <p:cTn id="73" dur="1000" fill="hold"/>
                                        <p:tgtEl>
                                          <p:spTgt spid="224259">
                                            <p:txEl>
                                              <p:pRg st="10" end="10"/>
                                            </p:txEl>
                                          </p:spTgt>
                                        </p:tgtEl>
                                        <p:attrNameLst>
                                          <p:attrName>ppt_w</p:attrName>
                                        </p:attrNameLst>
                                      </p:cBhvr>
                                      <p:tavLst>
                                        <p:tav tm="0">
                                          <p:val>
                                            <p:fltVal val="0"/>
                                          </p:val>
                                        </p:tav>
                                        <p:tav tm="100000">
                                          <p:val>
                                            <p:strVal val="#ppt_w"/>
                                          </p:val>
                                        </p:tav>
                                      </p:tavLst>
                                    </p:anim>
                                    <p:anim calcmode="lin" valueType="num">
                                      <p:cBhvr>
                                        <p:cTn id="74" dur="1000" fill="hold"/>
                                        <p:tgtEl>
                                          <p:spTgt spid="224259">
                                            <p:txEl>
                                              <p:pRg st="10" end="10"/>
                                            </p:txEl>
                                          </p:spTgt>
                                        </p:tgtEl>
                                        <p:attrNameLst>
                                          <p:attrName>ppt_h</p:attrName>
                                        </p:attrNameLst>
                                      </p:cBhvr>
                                      <p:tavLst>
                                        <p:tav tm="0">
                                          <p:val>
                                            <p:fltVal val="0"/>
                                          </p:val>
                                        </p:tav>
                                        <p:tav tm="100000">
                                          <p:val>
                                            <p:strVal val="#ppt_h"/>
                                          </p:val>
                                        </p:tav>
                                      </p:tavLst>
                                    </p:anim>
                                    <p:anim calcmode="lin" valueType="num">
                                      <p:cBhvr>
                                        <p:cTn id="75" dur="1000" fill="hold"/>
                                        <p:tgtEl>
                                          <p:spTgt spid="224259">
                                            <p:txEl>
                                              <p:pRg st="10" end="10"/>
                                            </p:txEl>
                                          </p:spTgt>
                                        </p:tgtEl>
                                        <p:attrNameLst>
                                          <p:attrName>ppt_x</p:attrName>
                                        </p:attrNameLst>
                                      </p:cBhvr>
                                      <p:tavLst>
                                        <p:tav tm="0" fmla="#ppt_x+(cos(-2*pi*(1-$))*-#ppt_x-sin(-2*pi*(1-$))*(1-#ppt_y))*(1-$)">
                                          <p:val>
                                            <p:fltVal val="0"/>
                                          </p:val>
                                        </p:tav>
                                        <p:tav tm="100000">
                                          <p:val>
                                            <p:fltVal val="1"/>
                                          </p:val>
                                        </p:tav>
                                      </p:tavLst>
                                    </p:anim>
                                    <p:anim calcmode="lin" valueType="num">
                                      <p:cBhvr>
                                        <p:cTn id="76" dur="1000" fill="hold"/>
                                        <p:tgtEl>
                                          <p:spTgt spid="224259">
                                            <p:txEl>
                                              <p:pRg st="10" end="10"/>
                                            </p:txEl>
                                          </p:spTgt>
                                        </p:tgtEl>
                                        <p:attrNameLst>
                                          <p:attrName>ppt_y</p:attrName>
                                        </p:attrNameLst>
                                      </p:cBhvr>
                                      <p:tavLst>
                                        <p:tav tm="0" fmla="#ppt_y+(sin(-2*pi*(1-$))*-#ppt_x+cos(-2*pi*(1-$))*(1-#ppt_y))*(1-$)">
                                          <p:val>
                                            <p:fltVal val="0"/>
                                          </p:val>
                                        </p:tav>
                                        <p:tav tm="100000">
                                          <p:val>
                                            <p:fltVal val="1"/>
                                          </p:val>
                                        </p:tav>
                                      </p:tavLst>
                                    </p:anim>
                                  </p:childTnLst>
                                </p:cTn>
                              </p:par>
                              <p:par>
                                <p:cTn id="77" presetID="15" presetClass="entr" presetSubtype="0" fill="hold" grpId="0" nodeType="withEffect">
                                  <p:stCondLst>
                                    <p:cond delay="0"/>
                                  </p:stCondLst>
                                  <p:childTnLst>
                                    <p:set>
                                      <p:cBhvr>
                                        <p:cTn id="78" dur="1" fill="hold">
                                          <p:stCondLst>
                                            <p:cond delay="0"/>
                                          </p:stCondLst>
                                        </p:cTn>
                                        <p:tgtEl>
                                          <p:spTgt spid="224259">
                                            <p:txEl>
                                              <p:pRg st="11" end="11"/>
                                            </p:txEl>
                                          </p:spTgt>
                                        </p:tgtEl>
                                        <p:attrNameLst>
                                          <p:attrName>style.visibility</p:attrName>
                                        </p:attrNameLst>
                                      </p:cBhvr>
                                      <p:to>
                                        <p:strVal val="visible"/>
                                      </p:to>
                                    </p:set>
                                    <p:anim calcmode="lin" valueType="num">
                                      <p:cBhvr>
                                        <p:cTn id="79" dur="1000" fill="hold"/>
                                        <p:tgtEl>
                                          <p:spTgt spid="224259">
                                            <p:txEl>
                                              <p:pRg st="11" end="11"/>
                                            </p:txEl>
                                          </p:spTgt>
                                        </p:tgtEl>
                                        <p:attrNameLst>
                                          <p:attrName>ppt_w</p:attrName>
                                        </p:attrNameLst>
                                      </p:cBhvr>
                                      <p:tavLst>
                                        <p:tav tm="0">
                                          <p:val>
                                            <p:fltVal val="0"/>
                                          </p:val>
                                        </p:tav>
                                        <p:tav tm="100000">
                                          <p:val>
                                            <p:strVal val="#ppt_w"/>
                                          </p:val>
                                        </p:tav>
                                      </p:tavLst>
                                    </p:anim>
                                    <p:anim calcmode="lin" valueType="num">
                                      <p:cBhvr>
                                        <p:cTn id="80" dur="1000" fill="hold"/>
                                        <p:tgtEl>
                                          <p:spTgt spid="224259">
                                            <p:txEl>
                                              <p:pRg st="11" end="11"/>
                                            </p:txEl>
                                          </p:spTgt>
                                        </p:tgtEl>
                                        <p:attrNameLst>
                                          <p:attrName>ppt_h</p:attrName>
                                        </p:attrNameLst>
                                      </p:cBhvr>
                                      <p:tavLst>
                                        <p:tav tm="0">
                                          <p:val>
                                            <p:fltVal val="0"/>
                                          </p:val>
                                        </p:tav>
                                        <p:tav tm="100000">
                                          <p:val>
                                            <p:strVal val="#ppt_h"/>
                                          </p:val>
                                        </p:tav>
                                      </p:tavLst>
                                    </p:anim>
                                    <p:anim calcmode="lin" valueType="num">
                                      <p:cBhvr>
                                        <p:cTn id="81" dur="1000" fill="hold"/>
                                        <p:tgtEl>
                                          <p:spTgt spid="224259">
                                            <p:txEl>
                                              <p:pRg st="11" end="11"/>
                                            </p:txEl>
                                          </p:spTgt>
                                        </p:tgtEl>
                                        <p:attrNameLst>
                                          <p:attrName>ppt_x</p:attrName>
                                        </p:attrNameLst>
                                      </p:cBhvr>
                                      <p:tavLst>
                                        <p:tav tm="0" fmla="#ppt_x+(cos(-2*pi*(1-$))*-#ppt_x-sin(-2*pi*(1-$))*(1-#ppt_y))*(1-$)">
                                          <p:val>
                                            <p:fltVal val="0"/>
                                          </p:val>
                                        </p:tav>
                                        <p:tav tm="100000">
                                          <p:val>
                                            <p:fltVal val="1"/>
                                          </p:val>
                                        </p:tav>
                                      </p:tavLst>
                                    </p:anim>
                                    <p:anim calcmode="lin" valueType="num">
                                      <p:cBhvr>
                                        <p:cTn id="82" dur="1000" fill="hold"/>
                                        <p:tgtEl>
                                          <p:spTgt spid="224259">
                                            <p:txEl>
                                              <p:pRg st="11" end="1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21226" y="145140"/>
            <a:ext cx="8468750" cy="553998"/>
          </a:xfrm>
        </p:spPr>
        <p:txBody>
          <a:bodyPr/>
          <a:lstStyle/>
          <a:p>
            <a:r>
              <a:rPr lang="en-US" dirty="0" smtClean="0">
                <a:solidFill>
                  <a:schemeClr val="tx1"/>
                </a:solidFill>
              </a:rPr>
              <a:t>Operating System – Functions</a:t>
            </a:r>
            <a:endParaRPr lang="en-US" dirty="0">
              <a:solidFill>
                <a:schemeClr val="tx1"/>
              </a:solidFill>
            </a:endParaRPr>
          </a:p>
        </p:txBody>
      </p:sp>
      <p:sp>
        <p:nvSpPr>
          <p:cNvPr id="5" name="Text Placeholder 4"/>
          <p:cNvSpPr>
            <a:spLocks noGrp="1"/>
          </p:cNvSpPr>
          <p:nvPr>
            <p:ph type="body" sz="quarter" idx="16"/>
          </p:nvPr>
        </p:nvSpPr>
        <p:spPr>
          <a:xfrm>
            <a:off x="239225" y="1381600"/>
            <a:ext cx="3654350" cy="4788976"/>
          </a:xfrm>
        </p:spPr>
        <p:txBody>
          <a:bodyPr lIns="90488" tIns="44450" rIns="90488" bIns="44450">
            <a:normAutofit/>
          </a:bodyPr>
          <a:lstStyle/>
          <a:p>
            <a:pPr>
              <a:lnSpc>
                <a:spcPct val="80000"/>
              </a:lnSpc>
            </a:pPr>
            <a:r>
              <a:rPr lang="pt-BR" sz="2400" dirty="0" smtClean="0">
                <a:solidFill>
                  <a:schemeClr val="tx1"/>
                </a:solidFill>
              </a:rPr>
              <a:t>As a User/ Computer Interface</a:t>
            </a:r>
            <a:endParaRPr lang="en-US" sz="2400" dirty="0" smtClean="0">
              <a:solidFill>
                <a:schemeClr val="tx1"/>
              </a:solidFill>
            </a:endParaRPr>
          </a:p>
          <a:p>
            <a:pPr lvl="2">
              <a:lnSpc>
                <a:spcPct val="80000"/>
              </a:lnSpc>
              <a:buFont typeface="Arial"/>
            </a:pPr>
            <a:endParaRPr lang="en-US" sz="2400" dirty="0" smtClean="0">
              <a:solidFill>
                <a:schemeClr val="tx1"/>
              </a:solidFill>
              <a:cs typeface="Arial"/>
            </a:endParaRPr>
          </a:p>
          <a:p>
            <a:pPr>
              <a:lnSpc>
                <a:spcPct val="80000"/>
              </a:lnSpc>
            </a:pPr>
            <a:r>
              <a:rPr lang="en-US" sz="2400" dirty="0" smtClean="0">
                <a:solidFill>
                  <a:schemeClr val="tx1"/>
                </a:solidFill>
              </a:rPr>
              <a:t>As a Resource allocator</a:t>
            </a:r>
          </a:p>
          <a:p>
            <a:pPr>
              <a:lnSpc>
                <a:spcPct val="80000"/>
              </a:lnSpc>
            </a:pPr>
            <a:endParaRPr lang="en-US" sz="2400" dirty="0" smtClean="0">
              <a:solidFill>
                <a:schemeClr val="tx1"/>
              </a:solidFill>
              <a:cs typeface="Arial"/>
            </a:endParaRPr>
          </a:p>
          <a:p>
            <a:pPr>
              <a:lnSpc>
                <a:spcPct val="80000"/>
              </a:lnSpc>
            </a:pPr>
            <a:r>
              <a:rPr lang="en-US" sz="2400" dirty="0" smtClean="0">
                <a:solidFill>
                  <a:schemeClr val="tx1"/>
                </a:solidFill>
              </a:rPr>
              <a:t>As a Control program </a:t>
            </a:r>
          </a:p>
          <a:p>
            <a:pPr>
              <a:lnSpc>
                <a:spcPct val="80000"/>
              </a:lnSpc>
            </a:pPr>
            <a:endParaRPr lang="en-US" sz="2400" dirty="0" smtClean="0">
              <a:solidFill>
                <a:schemeClr val="tx1"/>
              </a:solidFill>
            </a:endParaRPr>
          </a:p>
          <a:p>
            <a:pPr>
              <a:lnSpc>
                <a:spcPct val="80000"/>
              </a:lnSpc>
            </a:pPr>
            <a:r>
              <a:rPr lang="en-US" sz="2400" dirty="0" smtClean="0">
                <a:solidFill>
                  <a:schemeClr val="tx1"/>
                </a:solidFill>
              </a:rPr>
              <a:t>As a Kernel</a:t>
            </a:r>
          </a:p>
        </p:txBody>
      </p:sp>
      <p:graphicFrame>
        <p:nvGraphicFramePr>
          <p:cNvPr id="6" name="Diagram 5"/>
          <p:cNvGraphicFramePr/>
          <p:nvPr>
            <p:extLst>
              <p:ext uri="{D42A27DB-BD31-4B8C-83A1-F6EECF244321}">
                <p14:modId xmlns:p14="http://schemas.microsoft.com/office/powerpoint/2010/main" val="1193932922"/>
              </p:ext>
            </p:extLst>
          </p:nvPr>
        </p:nvGraphicFramePr>
        <p:xfrm>
          <a:off x="4222951" y="1326255"/>
          <a:ext cx="4522844" cy="38383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p:cNvSpPr/>
          <p:nvPr/>
        </p:nvSpPr>
        <p:spPr>
          <a:xfrm>
            <a:off x="4385744" y="4736576"/>
            <a:ext cx="4632753" cy="428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Major Functions of OS</a:t>
            </a:r>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24976" y="147483"/>
            <a:ext cx="7293741" cy="693174"/>
          </a:xfrm>
          <a:prstGeom prst="rect">
            <a:avLst/>
          </a:prstGeom>
        </p:spPr>
        <p:txBody>
          <a:bodyPr/>
          <a:lstStyle/>
          <a:p>
            <a:pPr eaLnBrk="0" hangingPunct="0">
              <a:defRPr/>
            </a:pPr>
            <a:r>
              <a:rPr lang="en-US" sz="3200" b="1" kern="0" dirty="0" smtClean="0">
                <a:latin typeface="+mj-lt"/>
                <a:ea typeface="+mj-ea"/>
                <a:cs typeface="+mj-cs"/>
              </a:rPr>
              <a:t>Layers of Computer System</a:t>
            </a:r>
            <a:endParaRPr lang="en-US" sz="3200" b="1" kern="0" dirty="0">
              <a:solidFill>
                <a:schemeClr val="bg1"/>
              </a:solidFill>
              <a:latin typeface="+mj-lt"/>
              <a:ea typeface="+mj-ea"/>
              <a:cs typeface="+mj-cs"/>
            </a:endParaRPr>
          </a:p>
        </p:txBody>
      </p:sp>
      <p:sp>
        <p:nvSpPr>
          <p:cNvPr id="41987" name="Rectangle 4"/>
          <p:cNvSpPr>
            <a:spLocks noChangeArrowheads="1"/>
          </p:cNvSpPr>
          <p:nvPr/>
        </p:nvSpPr>
        <p:spPr bwMode="auto">
          <a:xfrm>
            <a:off x="2602524" y="4800600"/>
            <a:ext cx="4079631" cy="12954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algn="ctr" eaLnBrk="0" hangingPunct="0"/>
            <a:r>
              <a:rPr lang="en-US" sz="2000"/>
              <a:t>Computer Hardware</a:t>
            </a:r>
          </a:p>
        </p:txBody>
      </p:sp>
      <p:sp>
        <p:nvSpPr>
          <p:cNvPr id="41988" name="Rectangle 8"/>
          <p:cNvSpPr>
            <a:spLocks noChangeArrowheads="1"/>
          </p:cNvSpPr>
          <p:nvPr/>
        </p:nvSpPr>
        <p:spPr bwMode="auto">
          <a:xfrm>
            <a:off x="2039815" y="3886200"/>
            <a:ext cx="5205046" cy="11430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eaLnBrk="0" hangingPunct="0"/>
            <a:r>
              <a:rPr lang="en-US" sz="2000" b="1" dirty="0"/>
              <a:t>Operating System</a:t>
            </a:r>
          </a:p>
        </p:txBody>
      </p:sp>
      <p:sp>
        <p:nvSpPr>
          <p:cNvPr id="41989" name="Rectangle 9"/>
          <p:cNvSpPr>
            <a:spLocks noChangeArrowheads="1"/>
          </p:cNvSpPr>
          <p:nvPr/>
        </p:nvSpPr>
        <p:spPr bwMode="auto">
          <a:xfrm>
            <a:off x="1531118" y="2743200"/>
            <a:ext cx="6119446" cy="129540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eaLnBrk="0" hangingPunct="0"/>
            <a:endParaRPr lang="en-US" sz="2000" dirty="0" smtClean="0"/>
          </a:p>
          <a:p>
            <a:pPr algn="ctr" eaLnBrk="0" hangingPunct="0"/>
            <a:endParaRPr lang="en-US" sz="2000" dirty="0" smtClean="0"/>
          </a:p>
          <a:p>
            <a:pPr algn="ctr" eaLnBrk="0" hangingPunct="0"/>
            <a:r>
              <a:rPr lang="en-US" sz="2000" dirty="0" smtClean="0"/>
              <a:t>      System Programs </a:t>
            </a:r>
            <a:r>
              <a:rPr lang="en-US" sz="2000" dirty="0"/>
              <a:t>&amp; Application Programs</a:t>
            </a:r>
          </a:p>
        </p:txBody>
      </p:sp>
      <p:sp>
        <p:nvSpPr>
          <p:cNvPr id="41990" name="Rectangle 11"/>
          <p:cNvSpPr>
            <a:spLocks noChangeArrowheads="1"/>
          </p:cNvSpPr>
          <p:nvPr/>
        </p:nvSpPr>
        <p:spPr bwMode="auto">
          <a:xfrm>
            <a:off x="1547446" y="1219200"/>
            <a:ext cx="984738" cy="5334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r>
              <a:rPr lang="en-US" sz="2000" dirty="0"/>
              <a:t>User 1</a:t>
            </a:r>
          </a:p>
        </p:txBody>
      </p:sp>
      <p:sp>
        <p:nvSpPr>
          <p:cNvPr id="41991" name="Rectangle 12"/>
          <p:cNvSpPr>
            <a:spLocks noChangeArrowheads="1"/>
          </p:cNvSpPr>
          <p:nvPr/>
        </p:nvSpPr>
        <p:spPr bwMode="auto">
          <a:xfrm>
            <a:off x="6752492" y="1219200"/>
            <a:ext cx="1055077" cy="5334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r>
              <a:rPr lang="en-US" sz="2000" dirty="0"/>
              <a:t>User n</a:t>
            </a:r>
          </a:p>
        </p:txBody>
      </p:sp>
      <p:sp>
        <p:nvSpPr>
          <p:cNvPr id="41992" name="Rectangle 13"/>
          <p:cNvSpPr>
            <a:spLocks noChangeArrowheads="1"/>
          </p:cNvSpPr>
          <p:nvPr/>
        </p:nvSpPr>
        <p:spPr bwMode="auto">
          <a:xfrm>
            <a:off x="2954215" y="1219200"/>
            <a:ext cx="1055077" cy="5334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r>
              <a:rPr lang="en-US" sz="2000" dirty="0"/>
              <a:t>User 2 </a:t>
            </a:r>
          </a:p>
        </p:txBody>
      </p:sp>
      <p:sp>
        <p:nvSpPr>
          <p:cNvPr id="41993" name="TextBox 14"/>
          <p:cNvSpPr txBox="1">
            <a:spLocks noChangeArrowheads="1"/>
          </p:cNvSpPr>
          <p:nvPr/>
        </p:nvSpPr>
        <p:spPr bwMode="auto">
          <a:xfrm>
            <a:off x="5370846" y="1295403"/>
            <a:ext cx="1125415" cy="369332"/>
          </a:xfrm>
          <a:prstGeom prst="rect">
            <a:avLst/>
          </a:prstGeom>
          <a:noFill/>
          <a:ln w="9525">
            <a:noFill/>
            <a:miter lim="800000"/>
            <a:headEnd/>
            <a:tailEnd/>
          </a:ln>
        </p:spPr>
        <p:txBody>
          <a:bodyPr>
            <a:spAutoFit/>
          </a:bodyPr>
          <a:lstStyle/>
          <a:p>
            <a:pPr algn="ctr" eaLnBrk="0" hangingPunct="0"/>
            <a:r>
              <a:rPr lang="en-US" dirty="0"/>
              <a:t>….</a:t>
            </a:r>
          </a:p>
        </p:txBody>
      </p:sp>
      <p:cxnSp>
        <p:nvCxnSpPr>
          <p:cNvPr id="41994" name="Straight Arrow Connector 16"/>
          <p:cNvCxnSpPr>
            <a:cxnSpLocks noChangeShapeType="1"/>
          </p:cNvCxnSpPr>
          <p:nvPr/>
        </p:nvCxnSpPr>
        <p:spPr bwMode="auto">
          <a:xfrm rot="5400000">
            <a:off x="1626581" y="2214406"/>
            <a:ext cx="1028697" cy="28891"/>
          </a:xfrm>
          <a:prstGeom prst="straightConnector1">
            <a:avLst/>
          </a:prstGeom>
          <a:noFill/>
          <a:ln w="12700" algn="ctr">
            <a:solidFill>
              <a:schemeClr val="tx1"/>
            </a:solidFill>
            <a:round/>
            <a:headEnd/>
            <a:tailEnd type="arrow" w="med" len="med"/>
          </a:ln>
        </p:spPr>
      </p:cxnSp>
      <p:sp>
        <p:nvSpPr>
          <p:cNvPr id="41997" name="TextBox 20"/>
          <p:cNvSpPr txBox="1">
            <a:spLocks noChangeArrowheads="1"/>
          </p:cNvSpPr>
          <p:nvPr/>
        </p:nvSpPr>
        <p:spPr bwMode="auto">
          <a:xfrm>
            <a:off x="1547446" y="2743203"/>
            <a:ext cx="1195754" cy="338554"/>
          </a:xfrm>
          <a:prstGeom prst="rect">
            <a:avLst/>
          </a:prstGeom>
          <a:noFill/>
          <a:ln w="9525">
            <a:noFill/>
            <a:miter lim="800000"/>
            <a:headEnd/>
            <a:tailEnd/>
          </a:ln>
        </p:spPr>
        <p:txBody>
          <a:bodyPr wrap="square">
            <a:spAutoFit/>
          </a:bodyPr>
          <a:lstStyle/>
          <a:p>
            <a:pPr algn="ctr" eaLnBrk="0" hangingPunct="0"/>
            <a:r>
              <a:rPr lang="en-US" sz="1600" dirty="0" smtClean="0"/>
              <a:t>Notepad</a:t>
            </a:r>
            <a:r>
              <a:rPr lang="en-US" sz="1400" dirty="0" smtClean="0"/>
              <a:t>  </a:t>
            </a:r>
            <a:endParaRPr lang="en-US" sz="1400" dirty="0"/>
          </a:p>
        </p:txBody>
      </p:sp>
      <p:sp>
        <p:nvSpPr>
          <p:cNvPr id="41998" name="TextBox 21"/>
          <p:cNvSpPr txBox="1">
            <a:spLocks noChangeArrowheads="1"/>
          </p:cNvSpPr>
          <p:nvPr/>
        </p:nvSpPr>
        <p:spPr bwMode="auto">
          <a:xfrm>
            <a:off x="2883878" y="2743201"/>
            <a:ext cx="1557493" cy="338554"/>
          </a:xfrm>
          <a:prstGeom prst="rect">
            <a:avLst/>
          </a:prstGeom>
          <a:noFill/>
          <a:ln w="9525">
            <a:noFill/>
            <a:miter lim="800000"/>
            <a:headEnd/>
            <a:tailEnd/>
          </a:ln>
        </p:spPr>
        <p:txBody>
          <a:bodyPr wrap="square">
            <a:spAutoFit/>
          </a:bodyPr>
          <a:lstStyle/>
          <a:p>
            <a:pPr algn="ctr" eaLnBrk="0" hangingPunct="0"/>
            <a:r>
              <a:rPr lang="en-US" sz="1600" dirty="0" smtClean="0"/>
              <a:t>Compiler </a:t>
            </a:r>
            <a:endParaRPr lang="en-US" sz="1600" dirty="0"/>
          </a:p>
        </p:txBody>
      </p:sp>
      <p:sp>
        <p:nvSpPr>
          <p:cNvPr id="41999" name="TextBox 22"/>
          <p:cNvSpPr txBox="1">
            <a:spLocks noChangeArrowheads="1"/>
          </p:cNvSpPr>
          <p:nvPr/>
        </p:nvSpPr>
        <p:spPr bwMode="auto">
          <a:xfrm>
            <a:off x="6237514" y="2743201"/>
            <a:ext cx="1429378" cy="584775"/>
          </a:xfrm>
          <a:prstGeom prst="rect">
            <a:avLst/>
          </a:prstGeom>
          <a:noFill/>
          <a:ln w="9525">
            <a:noFill/>
            <a:miter lim="800000"/>
            <a:headEnd/>
            <a:tailEnd/>
          </a:ln>
        </p:spPr>
        <p:txBody>
          <a:bodyPr wrap="square">
            <a:spAutoFit/>
          </a:bodyPr>
          <a:lstStyle/>
          <a:p>
            <a:pPr algn="ctr" eaLnBrk="0" hangingPunct="0"/>
            <a:r>
              <a:rPr lang="en-US" sz="1600" dirty="0"/>
              <a:t>Database </a:t>
            </a:r>
            <a:r>
              <a:rPr lang="en-US" sz="1600" dirty="0" smtClean="0"/>
              <a:t>Application </a:t>
            </a:r>
            <a:endParaRPr lang="en-US" sz="1600" dirty="0"/>
          </a:p>
        </p:txBody>
      </p:sp>
      <p:sp>
        <p:nvSpPr>
          <p:cNvPr id="42000" name="TextBox 21"/>
          <p:cNvSpPr txBox="1">
            <a:spLocks noChangeArrowheads="1"/>
          </p:cNvSpPr>
          <p:nvPr/>
        </p:nvSpPr>
        <p:spPr bwMode="auto">
          <a:xfrm>
            <a:off x="4783015" y="2743203"/>
            <a:ext cx="914400" cy="276225"/>
          </a:xfrm>
          <a:prstGeom prst="rect">
            <a:avLst/>
          </a:prstGeom>
          <a:noFill/>
          <a:ln w="9525">
            <a:noFill/>
            <a:miter lim="800000"/>
            <a:headEnd/>
            <a:tailEnd/>
          </a:ln>
        </p:spPr>
        <p:txBody>
          <a:bodyPr>
            <a:spAutoFit/>
          </a:bodyPr>
          <a:lstStyle/>
          <a:p>
            <a:pPr algn="ctr" eaLnBrk="0" hangingPunct="0"/>
            <a:r>
              <a:rPr lang="en-US" sz="1200"/>
              <a:t>…</a:t>
            </a:r>
          </a:p>
        </p:txBody>
      </p:sp>
      <p:sp>
        <p:nvSpPr>
          <p:cNvPr id="17" name="Rectangle 13"/>
          <p:cNvSpPr>
            <a:spLocks noChangeArrowheads="1"/>
          </p:cNvSpPr>
          <p:nvPr/>
        </p:nvSpPr>
        <p:spPr bwMode="auto">
          <a:xfrm>
            <a:off x="4331257" y="1224643"/>
            <a:ext cx="1055077" cy="5334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r>
              <a:rPr lang="en-US" sz="2000" dirty="0"/>
              <a:t>User </a:t>
            </a:r>
            <a:r>
              <a:rPr lang="en-US" sz="2000" dirty="0" smtClean="0"/>
              <a:t>3 </a:t>
            </a:r>
            <a:endParaRPr lang="en-US" sz="2000" dirty="0"/>
          </a:p>
        </p:txBody>
      </p:sp>
      <p:cxnSp>
        <p:nvCxnSpPr>
          <p:cNvPr id="23" name="Straight Arrow Connector 16"/>
          <p:cNvCxnSpPr>
            <a:cxnSpLocks noChangeShapeType="1"/>
          </p:cNvCxnSpPr>
          <p:nvPr/>
        </p:nvCxnSpPr>
        <p:spPr bwMode="auto">
          <a:xfrm rot="5400000">
            <a:off x="6742867" y="2252506"/>
            <a:ext cx="1028697" cy="28891"/>
          </a:xfrm>
          <a:prstGeom prst="straightConnector1">
            <a:avLst/>
          </a:prstGeom>
          <a:noFill/>
          <a:ln w="12700" algn="ctr">
            <a:solidFill>
              <a:schemeClr val="tx1"/>
            </a:solidFill>
            <a:round/>
            <a:headEnd/>
            <a:tailEnd type="arrow" w="med" len="med"/>
          </a:ln>
        </p:spPr>
      </p:cxnSp>
      <p:cxnSp>
        <p:nvCxnSpPr>
          <p:cNvPr id="24" name="Straight Arrow Connector 16"/>
          <p:cNvCxnSpPr>
            <a:cxnSpLocks noChangeShapeType="1"/>
          </p:cNvCxnSpPr>
          <p:nvPr/>
        </p:nvCxnSpPr>
        <p:spPr bwMode="auto">
          <a:xfrm rot="5400000">
            <a:off x="2987295" y="2268835"/>
            <a:ext cx="1028697" cy="28891"/>
          </a:xfrm>
          <a:prstGeom prst="straightConnector1">
            <a:avLst/>
          </a:prstGeom>
          <a:noFill/>
          <a:ln w="12700" algn="ctr">
            <a:solidFill>
              <a:schemeClr val="tx1"/>
            </a:solidFill>
            <a:round/>
            <a:headEnd/>
            <a:tailEnd type="arrow" w="med" len="med"/>
          </a:ln>
        </p:spPr>
      </p:cxnSp>
      <p:cxnSp>
        <p:nvCxnSpPr>
          <p:cNvPr id="25" name="Straight Arrow Connector 16"/>
          <p:cNvCxnSpPr>
            <a:cxnSpLocks noChangeShapeType="1"/>
          </p:cNvCxnSpPr>
          <p:nvPr/>
        </p:nvCxnSpPr>
        <p:spPr bwMode="auto">
          <a:xfrm rot="5400000">
            <a:off x="4326238" y="2252506"/>
            <a:ext cx="1028697" cy="28891"/>
          </a:xfrm>
          <a:prstGeom prst="straightConnector1">
            <a:avLst/>
          </a:prstGeom>
          <a:noFill/>
          <a:ln w="12700" algn="ctr">
            <a:solidFill>
              <a:schemeClr val="tx1"/>
            </a:solidFill>
            <a:round/>
            <a:headEnd/>
            <a:tailEnd type="arrow" w="med" len="med"/>
          </a:ln>
        </p:spPr>
      </p:cxnSp>
      <p:sp>
        <p:nvSpPr>
          <p:cNvPr id="27" name="TextBox 21"/>
          <p:cNvSpPr txBox="1">
            <a:spLocks noChangeArrowheads="1"/>
          </p:cNvSpPr>
          <p:nvPr/>
        </p:nvSpPr>
        <p:spPr bwMode="auto">
          <a:xfrm>
            <a:off x="4048649" y="2732315"/>
            <a:ext cx="1557493" cy="338554"/>
          </a:xfrm>
          <a:prstGeom prst="rect">
            <a:avLst/>
          </a:prstGeom>
          <a:noFill/>
          <a:ln w="9525">
            <a:noFill/>
            <a:miter lim="800000"/>
            <a:headEnd/>
            <a:tailEnd/>
          </a:ln>
        </p:spPr>
        <p:txBody>
          <a:bodyPr wrap="square">
            <a:spAutoFit/>
          </a:bodyPr>
          <a:lstStyle/>
          <a:p>
            <a:pPr algn="ctr" eaLnBrk="0" hangingPunct="0"/>
            <a:r>
              <a:rPr lang="en-US" sz="1600" dirty="0" smtClean="0"/>
              <a:t>Interpreter</a:t>
            </a:r>
            <a:r>
              <a:rPr lang="en-US" sz="1400" dirty="0" smtClean="0"/>
              <a:t> </a:t>
            </a:r>
            <a:endParaRPr lang="en-US" sz="1400" dirty="0"/>
          </a:p>
        </p:txBody>
      </p:sp>
      <p:sp>
        <p:nvSpPr>
          <p:cNvPr id="28" name="TextBox 21"/>
          <p:cNvSpPr txBox="1">
            <a:spLocks noChangeArrowheads="1"/>
          </p:cNvSpPr>
          <p:nvPr/>
        </p:nvSpPr>
        <p:spPr bwMode="auto">
          <a:xfrm>
            <a:off x="5012035" y="2748644"/>
            <a:ext cx="1557493" cy="400110"/>
          </a:xfrm>
          <a:prstGeom prst="rect">
            <a:avLst/>
          </a:prstGeom>
          <a:noFill/>
          <a:ln w="9525">
            <a:noFill/>
            <a:miter lim="800000"/>
            <a:headEnd/>
            <a:tailEnd/>
          </a:ln>
        </p:spPr>
        <p:txBody>
          <a:bodyPr wrap="square">
            <a:spAutoFit/>
          </a:bodyPr>
          <a:lstStyle/>
          <a:p>
            <a:pPr algn="ctr" eaLnBrk="0" hangingPunct="0"/>
            <a:r>
              <a:rPr lang="en-US" sz="2000" dirty="0" smtClean="0"/>
              <a:t>…</a:t>
            </a:r>
            <a:endParaRPr lang="en-US" sz="20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162232" y="145140"/>
            <a:ext cx="8527744" cy="553998"/>
          </a:xfrm>
        </p:spPr>
        <p:txBody>
          <a:bodyPr/>
          <a:lstStyle/>
          <a:p>
            <a:r>
              <a:rPr lang="en-US" dirty="0" smtClean="0">
                <a:solidFill>
                  <a:schemeClr val="tx1"/>
                </a:solidFill>
              </a:rPr>
              <a:t>OS Programming </a:t>
            </a:r>
            <a:r>
              <a:rPr lang="en-US" dirty="0">
                <a:solidFill>
                  <a:schemeClr val="tx1"/>
                </a:solidFill>
              </a:rPr>
              <a:t>- </a:t>
            </a:r>
            <a:r>
              <a:rPr lang="en-US" dirty="0" smtClean="0">
                <a:solidFill>
                  <a:schemeClr val="tx1"/>
                </a:solidFill>
              </a:rPr>
              <a:t>Classification</a:t>
            </a:r>
            <a:endParaRPr lang="en-US" dirty="0">
              <a:solidFill>
                <a:schemeClr val="tx1"/>
              </a:solidFill>
            </a:endParaRPr>
          </a:p>
        </p:txBody>
      </p:sp>
      <p:sp>
        <p:nvSpPr>
          <p:cNvPr id="3" name="Text Placeholder 2"/>
          <p:cNvSpPr>
            <a:spLocks noGrp="1"/>
          </p:cNvSpPr>
          <p:nvPr>
            <p:ph type="body" sz="quarter" idx="16"/>
          </p:nvPr>
        </p:nvSpPr>
        <p:spPr>
          <a:xfrm>
            <a:off x="215158" y="1039906"/>
            <a:ext cx="4091371" cy="5378823"/>
          </a:xfrm>
        </p:spPr>
        <p:txBody>
          <a:bodyPr>
            <a:normAutofit/>
          </a:bodyPr>
          <a:lstStyle/>
          <a:p>
            <a:pPr marL="231775" lvl="1" indent="-231775">
              <a:buFont typeface="Arial"/>
              <a:buChar char="•"/>
            </a:pPr>
            <a:r>
              <a:rPr lang="en-US" sz="2400" dirty="0" err="1" smtClean="0">
                <a:solidFill>
                  <a:schemeClr val="tx1"/>
                </a:solidFill>
                <a:cs typeface="Arial"/>
              </a:rPr>
              <a:t>Uni</a:t>
            </a:r>
            <a:r>
              <a:rPr lang="en-US" sz="2400" dirty="0" smtClean="0">
                <a:solidFill>
                  <a:schemeClr val="tx1"/>
                </a:solidFill>
                <a:cs typeface="Arial"/>
              </a:rPr>
              <a:t>-programming</a:t>
            </a:r>
          </a:p>
          <a:p>
            <a:pPr marL="631825" lvl="2" indent="-231775" algn="just">
              <a:buFont typeface="Arial"/>
              <a:buChar char="•"/>
            </a:pPr>
            <a:r>
              <a:rPr lang="en-US" sz="2000" dirty="0" smtClean="0">
                <a:solidFill>
                  <a:schemeClr val="tx1"/>
                </a:solidFill>
              </a:rPr>
              <a:t>A single job is stored in the memory at any point of time</a:t>
            </a:r>
          </a:p>
          <a:p>
            <a:pPr marL="231775" lvl="1" indent="-231775" algn="just">
              <a:buFont typeface="Arial"/>
              <a:buChar char="•"/>
            </a:pPr>
            <a:endParaRPr lang="en-US" sz="2400" dirty="0" smtClean="0">
              <a:solidFill>
                <a:schemeClr val="tx1"/>
              </a:solidFill>
              <a:cs typeface="Arial"/>
            </a:endParaRPr>
          </a:p>
          <a:p>
            <a:pPr algn="just"/>
            <a:r>
              <a:rPr lang="en-US" sz="2400" dirty="0" smtClean="0">
                <a:solidFill>
                  <a:schemeClr val="tx1"/>
                </a:solidFill>
              </a:rPr>
              <a:t>Multiprogramming</a:t>
            </a:r>
          </a:p>
          <a:p>
            <a:pPr lvl="1" algn="just"/>
            <a:r>
              <a:rPr lang="en-US" sz="2000" dirty="0" smtClean="0">
                <a:solidFill>
                  <a:schemeClr val="tx1"/>
                </a:solidFill>
              </a:rPr>
              <a:t>multiple jobs are stored in main memory; Multiple users can have access to the system concurrently</a:t>
            </a:r>
          </a:p>
          <a:p>
            <a:pPr algn="just"/>
            <a:endParaRPr lang="en-US" sz="2400" dirty="0" smtClean="0">
              <a:solidFill>
                <a:schemeClr val="tx1"/>
              </a:solidFill>
            </a:endParaRPr>
          </a:p>
          <a:p>
            <a:pPr algn="just"/>
            <a:r>
              <a:rPr lang="en-US" sz="2400" dirty="0" smtClean="0">
                <a:solidFill>
                  <a:schemeClr val="tx1"/>
                </a:solidFill>
              </a:rPr>
              <a:t>Multiprocessing </a:t>
            </a:r>
          </a:p>
          <a:p>
            <a:pPr lvl="1" algn="just"/>
            <a:r>
              <a:rPr lang="en-US" sz="2000" dirty="0" smtClean="0">
                <a:solidFill>
                  <a:schemeClr val="tx1"/>
                </a:solidFill>
              </a:rPr>
              <a:t>More than one processor in a system and execute jobs concurrently </a:t>
            </a:r>
          </a:p>
          <a:p>
            <a:pPr>
              <a:buFont typeface="Wingdings" pitchFamily="2" charset="2"/>
              <a:buNone/>
            </a:pPr>
            <a:endParaRPr lang="en-US" sz="2400" dirty="0" smtClean="0"/>
          </a:p>
          <a:p>
            <a:endParaRPr lang="en-US" sz="2400" dirty="0" smtClean="0"/>
          </a:p>
          <a:p>
            <a:pPr>
              <a:buNone/>
            </a:pPr>
            <a:endParaRPr lang="en-US" sz="2000" dirty="0" smtClean="0"/>
          </a:p>
          <a:p>
            <a:pPr marL="231775" lvl="1" indent="-231775">
              <a:lnSpc>
                <a:spcPct val="150000"/>
              </a:lnSpc>
              <a:buFont typeface="Arial"/>
              <a:buChar char="•"/>
            </a:pPr>
            <a:endParaRPr lang="en-US" sz="2400" dirty="0" smtClean="0">
              <a:solidFill>
                <a:schemeClr val="tx1">
                  <a:lumMod val="65000"/>
                  <a:lumOff val="35000"/>
                </a:schemeClr>
              </a:solidFill>
              <a:cs typeface="Arial"/>
            </a:endParaRPr>
          </a:p>
          <a:p>
            <a:endParaRPr lang="en-US" dirty="0"/>
          </a:p>
        </p:txBody>
      </p:sp>
      <p:grpSp>
        <p:nvGrpSpPr>
          <p:cNvPr id="4" name="Group 3"/>
          <p:cNvGrpSpPr/>
          <p:nvPr/>
        </p:nvGrpSpPr>
        <p:grpSpPr>
          <a:xfrm>
            <a:off x="6974543" y="2653562"/>
            <a:ext cx="1792942" cy="1954303"/>
            <a:chOff x="1547446" y="3048002"/>
            <a:chExt cx="2039815" cy="3047998"/>
          </a:xfrm>
        </p:grpSpPr>
        <p:sp>
          <p:nvSpPr>
            <p:cNvPr id="5" name="Rectangle 7"/>
            <p:cNvSpPr>
              <a:spLocks noChangeArrowheads="1"/>
            </p:cNvSpPr>
            <p:nvPr/>
          </p:nvSpPr>
          <p:spPr bwMode="auto">
            <a:xfrm>
              <a:off x="1547446" y="3048002"/>
              <a:ext cx="2039815" cy="838199"/>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r>
                <a:rPr lang="en-US" sz="2000" b="1" dirty="0" smtClean="0"/>
                <a:t>OS</a:t>
              </a:r>
            </a:p>
          </p:txBody>
        </p:sp>
        <p:sp>
          <p:nvSpPr>
            <p:cNvPr id="6" name="Rectangle 5"/>
            <p:cNvSpPr>
              <a:spLocks noChangeArrowheads="1"/>
            </p:cNvSpPr>
            <p:nvPr/>
          </p:nvSpPr>
          <p:spPr bwMode="auto">
            <a:xfrm>
              <a:off x="1547446" y="3886200"/>
              <a:ext cx="2039815" cy="6096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eaLnBrk="0" hangingPunct="0"/>
              <a:r>
                <a:rPr lang="en-US" sz="2000" dirty="0"/>
                <a:t>Job1</a:t>
              </a:r>
            </a:p>
          </p:txBody>
        </p:sp>
        <p:sp>
          <p:nvSpPr>
            <p:cNvPr id="7" name="Rectangle 6"/>
            <p:cNvSpPr>
              <a:spLocks noChangeArrowheads="1"/>
            </p:cNvSpPr>
            <p:nvPr/>
          </p:nvSpPr>
          <p:spPr bwMode="auto">
            <a:xfrm>
              <a:off x="1547446" y="4495800"/>
              <a:ext cx="2039815" cy="6096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eaLnBrk="0" hangingPunct="0"/>
              <a:r>
                <a:rPr lang="en-US" sz="2000" dirty="0"/>
                <a:t>Job2</a:t>
              </a:r>
            </a:p>
          </p:txBody>
        </p:sp>
        <p:sp>
          <p:nvSpPr>
            <p:cNvPr id="8" name="Rectangle 7"/>
            <p:cNvSpPr>
              <a:spLocks noChangeArrowheads="1"/>
            </p:cNvSpPr>
            <p:nvPr/>
          </p:nvSpPr>
          <p:spPr bwMode="auto">
            <a:xfrm>
              <a:off x="1547446" y="5105400"/>
              <a:ext cx="2039815" cy="99060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eaLnBrk="0" hangingPunct="0"/>
              <a:r>
                <a:rPr lang="en-US" sz="1800" dirty="0"/>
                <a:t>  Other </a:t>
              </a:r>
              <a:r>
                <a:rPr lang="en-US" sz="1800" dirty="0" smtClean="0"/>
                <a:t>jobs </a:t>
              </a:r>
              <a:endParaRPr lang="en-US" sz="1800" dirty="0"/>
            </a:p>
            <a:p>
              <a:pPr algn="ctr" eaLnBrk="0" hangingPunct="0"/>
              <a:r>
                <a:rPr lang="en-US" sz="1800" dirty="0"/>
                <a:t>c</a:t>
              </a:r>
              <a:r>
                <a:rPr lang="en-US" sz="1800" dirty="0" smtClean="0"/>
                <a:t>an </a:t>
              </a:r>
              <a:r>
                <a:rPr lang="en-US" sz="1800" dirty="0"/>
                <a:t>be stored</a:t>
              </a:r>
            </a:p>
          </p:txBody>
        </p:sp>
      </p:grpSp>
      <p:grpSp>
        <p:nvGrpSpPr>
          <p:cNvPr id="13" name="Group 12"/>
          <p:cNvGrpSpPr/>
          <p:nvPr/>
        </p:nvGrpSpPr>
        <p:grpSpPr>
          <a:xfrm>
            <a:off x="4929173" y="1039907"/>
            <a:ext cx="1812251" cy="1559859"/>
            <a:chOff x="5341585" y="1004047"/>
            <a:chExt cx="1812251" cy="1828800"/>
          </a:xfrm>
        </p:grpSpPr>
        <p:sp>
          <p:nvSpPr>
            <p:cNvPr id="10" name="Rectangle 7"/>
            <p:cNvSpPr>
              <a:spLocks noChangeArrowheads="1"/>
            </p:cNvSpPr>
            <p:nvPr/>
          </p:nvSpPr>
          <p:spPr bwMode="auto">
            <a:xfrm>
              <a:off x="5341585" y="1004047"/>
              <a:ext cx="1794320" cy="60661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eaLnBrk="0" hangingPunct="0"/>
              <a:r>
                <a:rPr lang="en-US" sz="2000" b="1" dirty="0" smtClean="0"/>
                <a:t>Os</a:t>
              </a:r>
            </a:p>
          </p:txBody>
        </p:sp>
        <p:sp>
          <p:nvSpPr>
            <p:cNvPr id="11" name="Rectangle 10"/>
            <p:cNvSpPr>
              <a:spLocks noChangeArrowheads="1"/>
            </p:cNvSpPr>
            <p:nvPr/>
          </p:nvSpPr>
          <p:spPr bwMode="auto">
            <a:xfrm>
              <a:off x="5341586" y="1631576"/>
              <a:ext cx="1794320" cy="454959"/>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eaLnBrk="0" hangingPunct="0"/>
              <a:r>
                <a:rPr lang="en-US" sz="2000" dirty="0"/>
                <a:t>Job1</a:t>
              </a:r>
            </a:p>
          </p:txBody>
        </p:sp>
        <p:sp>
          <p:nvSpPr>
            <p:cNvPr id="12" name="Rectangle 11"/>
            <p:cNvSpPr/>
            <p:nvPr/>
          </p:nvSpPr>
          <p:spPr bwMode="auto">
            <a:xfrm>
              <a:off x="5359516" y="2120153"/>
              <a:ext cx="1794320" cy="712694"/>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Book Antiqua" pitchFamily="18" charset="0"/>
                  <a:cs typeface="Arial" charset="0"/>
                </a:rPr>
                <a:t>Unused/Waste</a:t>
              </a:r>
            </a:p>
          </p:txBody>
        </p:sp>
      </p:grpSp>
      <p:graphicFrame>
        <p:nvGraphicFramePr>
          <p:cNvPr id="14" name="Diagram 13"/>
          <p:cNvGraphicFramePr/>
          <p:nvPr/>
        </p:nvGraphicFramePr>
        <p:xfrm>
          <a:off x="4751296" y="4715436"/>
          <a:ext cx="4303059" cy="1775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632" y="6534150"/>
            <a:ext cx="773723" cy="476250"/>
          </a:xfrm>
          <a:prstGeom prst="rect">
            <a:avLst/>
          </a:prstGeom>
        </p:spPr>
        <p:txBody>
          <a:bodyPr/>
          <a:lstStyle/>
          <a:p>
            <a:pPr algn="ctr" rtl="0" fontAlgn="base">
              <a:spcBef>
                <a:spcPct val="0"/>
              </a:spcBef>
              <a:spcAft>
                <a:spcPct val="0"/>
              </a:spcAft>
              <a:defRPr/>
            </a:pPr>
            <a:fld id="{536DC6B6-C5C1-4D80-A040-62FB373E7D51}" type="slidenum">
              <a:rPr lang="en-US" sz="1200" b="1" kern="1200">
                <a:solidFill>
                  <a:srgbClr val="FFFFFF"/>
                </a:solidFill>
                <a:latin typeface="Arial"/>
                <a:ea typeface="+mn-ea"/>
                <a:cs typeface="Arial" charset="0"/>
              </a:rPr>
              <a:pPr algn="ctr" rtl="0" fontAlgn="base">
                <a:spcBef>
                  <a:spcPct val="0"/>
                </a:spcBef>
                <a:spcAft>
                  <a:spcPct val="0"/>
                </a:spcAft>
                <a:defRPr/>
              </a:pPr>
              <a:t>12</a:t>
            </a:fld>
            <a:endParaRPr lang="en-US" sz="1200" b="1" kern="1200">
              <a:solidFill>
                <a:srgbClr val="FFFFFF"/>
              </a:solidFill>
              <a:latin typeface="Arial"/>
              <a:ea typeface="+mn-ea"/>
              <a:cs typeface="Arial" charset="0"/>
            </a:endParaRPr>
          </a:p>
        </p:txBody>
      </p:sp>
      <p:sp>
        <p:nvSpPr>
          <p:cNvPr id="48130" name="Title 1"/>
          <p:cNvSpPr>
            <a:spLocks noGrp="1"/>
          </p:cNvSpPr>
          <p:nvPr>
            <p:ph type="title"/>
          </p:nvPr>
        </p:nvSpPr>
        <p:spPr>
          <a:xfrm>
            <a:off x="261257" y="153446"/>
            <a:ext cx="8229600" cy="553998"/>
          </a:xfrm>
        </p:spPr>
        <p:txBody>
          <a:bodyPr lIns="0"/>
          <a:lstStyle/>
          <a:p>
            <a:pPr eaLnBrk="1" hangingPunct="1">
              <a:defRPr/>
            </a:pPr>
            <a:r>
              <a:rPr dirty="0" smtClean="0">
                <a:solidFill>
                  <a:schemeClr val="tx1"/>
                </a:solidFill>
              </a:rPr>
              <a:t>Quiz</a:t>
            </a:r>
            <a:endParaRPr lang="en-US" dirty="0" smtClean="0">
              <a:solidFill>
                <a:schemeClr val="tx1"/>
              </a:solidFill>
            </a:endParaRPr>
          </a:p>
        </p:txBody>
      </p:sp>
      <p:sp>
        <p:nvSpPr>
          <p:cNvPr id="112643" name="Content Placeholder 2"/>
          <p:cNvSpPr>
            <a:spLocks noGrp="1"/>
          </p:cNvSpPr>
          <p:nvPr>
            <p:ph type="body" idx="1"/>
          </p:nvPr>
        </p:nvSpPr>
        <p:spPr>
          <a:xfrm>
            <a:off x="522460" y="996106"/>
            <a:ext cx="8332108" cy="5168900"/>
          </a:xfrm>
        </p:spPr>
        <p:txBody>
          <a:bodyPr lIns="0" tIns="0">
            <a:normAutofit/>
          </a:bodyPr>
          <a:lstStyle/>
          <a:p>
            <a:pPr eaLnBrk="1" hangingPunct="1"/>
            <a:endParaRPr lang="en-US" sz="1200" dirty="0" smtClean="0"/>
          </a:p>
          <a:p>
            <a:pPr eaLnBrk="1" hangingPunct="1">
              <a:buNone/>
            </a:pPr>
            <a:r>
              <a:rPr sz="2400" dirty="0" smtClean="0">
                <a:solidFill>
                  <a:schemeClr val="tx1"/>
                </a:solidFill>
              </a:rPr>
              <a:t>State True or False:</a:t>
            </a:r>
          </a:p>
          <a:p>
            <a:pPr eaLnBrk="1" hangingPunct="1">
              <a:buNone/>
            </a:pPr>
            <a:endParaRPr sz="2400" dirty="0" smtClean="0">
              <a:solidFill>
                <a:schemeClr val="tx1"/>
              </a:solidFill>
            </a:endParaRPr>
          </a:p>
          <a:p>
            <a:pPr marL="457200" indent="-457200" algn="just">
              <a:buFont typeface="+mj-lt"/>
              <a:buAutoNum type="arabicPeriod"/>
            </a:pPr>
            <a:r>
              <a:rPr sz="2400" dirty="0" smtClean="0">
                <a:solidFill>
                  <a:schemeClr val="tx1"/>
                </a:solidFill>
              </a:rPr>
              <a:t>Operating System is an application software</a:t>
            </a:r>
            <a:endParaRPr lang="en-US" sz="2400" dirty="0" smtClean="0">
              <a:solidFill>
                <a:schemeClr val="tx1"/>
              </a:solidFill>
            </a:endParaRPr>
          </a:p>
          <a:p>
            <a:pPr marL="457200" indent="-457200" algn="just" eaLnBrk="1" hangingPunct="1">
              <a:buFont typeface="+mj-lt"/>
              <a:buAutoNum type="arabicPeriod"/>
            </a:pPr>
            <a:r>
              <a:rPr sz="2400" dirty="0" smtClean="0">
                <a:solidFill>
                  <a:schemeClr val="tx1"/>
                </a:solidFill>
              </a:rPr>
              <a:t>Memory space allocation is one of the responsibilities of Operating System</a:t>
            </a:r>
          </a:p>
          <a:p>
            <a:pPr marL="457200" indent="-457200" algn="just" eaLnBrk="1" hangingPunct="1">
              <a:buFont typeface="+mj-lt"/>
              <a:buAutoNum type="arabicPeriod"/>
            </a:pPr>
            <a:r>
              <a:rPr sz="2400" dirty="0" smtClean="0">
                <a:solidFill>
                  <a:schemeClr val="tx1"/>
                </a:solidFill>
              </a:rPr>
              <a:t>CPU utilization will be high in </a:t>
            </a:r>
            <a:r>
              <a:rPr sz="2400" dirty="0" err="1" smtClean="0">
                <a:solidFill>
                  <a:schemeClr val="tx1"/>
                </a:solidFill>
              </a:rPr>
              <a:t>uni</a:t>
            </a:r>
            <a:r>
              <a:rPr sz="2400" dirty="0" smtClean="0">
                <a:solidFill>
                  <a:schemeClr val="tx1"/>
                </a:solidFill>
              </a:rPr>
              <a:t>-programming</a:t>
            </a:r>
            <a:endParaRPr lang="en-US" sz="2400" dirty="0" smtClean="0">
              <a:solidFill>
                <a:schemeClr val="tx1"/>
              </a:solidFill>
            </a:endParaRPr>
          </a:p>
          <a:p>
            <a:pPr marL="457200" indent="-457200" algn="just">
              <a:buFont typeface="+mj-lt"/>
              <a:buAutoNum type="arabicPeriod"/>
            </a:pPr>
            <a:r>
              <a:rPr sz="2400" dirty="0" smtClean="0">
                <a:solidFill>
                  <a:schemeClr val="tx1"/>
                </a:solidFill>
              </a:rPr>
              <a:t>Memory </a:t>
            </a:r>
            <a:r>
              <a:rPr sz="2400" dirty="0">
                <a:solidFill>
                  <a:schemeClr val="tx1"/>
                </a:solidFill>
              </a:rPr>
              <a:t>utilization will be high </a:t>
            </a:r>
            <a:r>
              <a:rPr sz="2400" dirty="0" smtClean="0">
                <a:solidFill>
                  <a:schemeClr val="tx1"/>
                </a:solidFill>
              </a:rPr>
              <a:t>in Multiprogramming</a:t>
            </a:r>
            <a:endParaRPr lang="en-US" sz="2400" dirty="0" smtClean="0">
              <a:solidFill>
                <a:schemeClr val="tx1"/>
              </a:solidFill>
            </a:endParaRPr>
          </a:p>
          <a:p>
            <a:pPr marL="457200" indent="-457200" eaLnBrk="1" hangingPunct="1">
              <a:buFont typeface="+mj-lt"/>
              <a:buAutoNum type="arabicPeriod"/>
            </a:pPr>
            <a:r>
              <a:rPr sz="2400" dirty="0" smtClean="0">
                <a:solidFill>
                  <a:schemeClr val="tx1"/>
                </a:solidFill>
              </a:rPr>
              <a:t>Every processor executes the same job in Multiprocessing</a:t>
            </a:r>
          </a:p>
          <a:p>
            <a:pPr marL="231775" lvl="1" indent="-231775" algn="just">
              <a:buNone/>
            </a:pPr>
            <a:endParaRPr sz="2400" dirty="0">
              <a:solidFill>
                <a:schemeClr val="tx1"/>
              </a:solidFill>
              <a:cs typeface="Arial"/>
            </a:endParaRPr>
          </a:p>
          <a:p>
            <a:pPr eaLnBrk="1" hangingPunct="1"/>
            <a:endParaRPr lang="en-US" sz="2400" dirty="0" smtClean="0"/>
          </a:p>
          <a:p>
            <a:pPr eaLnBrk="1" hangingPunct="1">
              <a:buNone/>
            </a:pPr>
            <a:endParaRPr lang="en-US" sz="2400" dirty="0" smtClean="0"/>
          </a:p>
          <a:p>
            <a:pPr eaLnBrk="1" hangingPunct="1"/>
            <a:endParaRPr lang="en-US" sz="2400" dirty="0" smtClean="0"/>
          </a:p>
          <a:p>
            <a:pPr eaLnBrk="1" hangingPunct="1">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dirty="0">
                <a:solidFill>
                  <a:schemeClr val="tx1"/>
                </a:solidFill>
              </a:rPr>
              <a:t>Memory Management</a:t>
            </a:r>
            <a:endParaRPr lang="en-US" dirty="0">
              <a:solidFill>
                <a:schemeClr val="tx1"/>
              </a:solidFill>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5"/>
          <p:cNvSpPr>
            <a:spLocks noGrp="1" noChangeArrowheads="1"/>
          </p:cNvSpPr>
          <p:nvPr>
            <p:ph type="title"/>
          </p:nvPr>
        </p:nvSpPr>
        <p:spPr>
          <a:xfrm>
            <a:off x="180668" y="132735"/>
            <a:ext cx="8229600" cy="553998"/>
          </a:xfrm>
        </p:spPr>
        <p:txBody>
          <a:bodyPr/>
          <a:lstStyle/>
          <a:p>
            <a:pPr eaLnBrk="1" hangingPunct="1">
              <a:defRPr/>
            </a:pPr>
            <a:r>
              <a:rPr lang="en-US" dirty="0" smtClean="0">
                <a:solidFill>
                  <a:schemeClr val="tx1"/>
                </a:solidFill>
              </a:rPr>
              <a:t>Memory Management</a:t>
            </a:r>
          </a:p>
        </p:txBody>
      </p:sp>
      <p:sp>
        <p:nvSpPr>
          <p:cNvPr id="58371" name="Rectangle 6"/>
          <p:cNvSpPr>
            <a:spLocks noGrp="1" noChangeArrowheads="1"/>
          </p:cNvSpPr>
          <p:nvPr>
            <p:ph type="body" idx="1"/>
          </p:nvPr>
        </p:nvSpPr>
        <p:spPr>
          <a:xfrm>
            <a:off x="244928" y="1084943"/>
            <a:ext cx="8670471" cy="4864100"/>
          </a:xfrm>
        </p:spPr>
        <p:txBody>
          <a:bodyPr/>
          <a:lstStyle/>
          <a:p>
            <a:pPr eaLnBrk="1" hangingPunct="1"/>
            <a:r>
              <a:rPr sz="2400" b="1" smtClean="0">
                <a:solidFill>
                  <a:schemeClr val="tx1"/>
                </a:solidFill>
              </a:rPr>
              <a:t>Goals of Memory Management</a:t>
            </a:r>
          </a:p>
          <a:p>
            <a:pPr eaLnBrk="1" hangingPunct="1">
              <a:buNone/>
            </a:pPr>
            <a:endParaRPr lang="en-US" sz="2400" dirty="0" smtClean="0"/>
          </a:p>
          <a:p>
            <a:pPr eaLnBrk="1" hangingPunct="1">
              <a:buFont typeface="Wingdings" pitchFamily="2" charset="2"/>
              <a:buNone/>
            </a:pPr>
            <a:endParaRPr lang="en-US" sz="2400" dirty="0" smtClean="0"/>
          </a:p>
        </p:txBody>
      </p:sp>
      <p:graphicFrame>
        <p:nvGraphicFramePr>
          <p:cNvPr id="10" name="Diagram 9"/>
          <p:cNvGraphicFramePr/>
          <p:nvPr>
            <p:extLst>
              <p:ext uri="{D42A27DB-BD31-4B8C-83A1-F6EECF244321}">
                <p14:modId xmlns:p14="http://schemas.microsoft.com/office/powerpoint/2010/main" val="2672692434"/>
              </p:ext>
            </p:extLst>
          </p:nvPr>
        </p:nvGraphicFramePr>
        <p:xfrm>
          <a:off x="604157" y="1763486"/>
          <a:ext cx="7870372" cy="39025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191729" y="147483"/>
            <a:ext cx="8229600" cy="553998"/>
          </a:xfrm>
        </p:spPr>
        <p:txBody>
          <a:bodyPr anchor="t"/>
          <a:lstStyle/>
          <a:p>
            <a:r>
              <a:rPr lang="en-US" dirty="0" smtClean="0">
                <a:solidFill>
                  <a:schemeClr val="tx1"/>
                </a:solidFill>
              </a:rPr>
              <a:t>Memory Management - How?</a:t>
            </a:r>
          </a:p>
        </p:txBody>
      </p:sp>
      <p:sp>
        <p:nvSpPr>
          <p:cNvPr id="225281" name="Content Placeholder 5"/>
          <p:cNvSpPr>
            <a:spLocks noGrp="1"/>
          </p:cNvSpPr>
          <p:nvPr>
            <p:ph idx="1"/>
          </p:nvPr>
        </p:nvSpPr>
        <p:spPr>
          <a:xfrm>
            <a:off x="424543" y="1072734"/>
            <a:ext cx="8229600" cy="4525963"/>
          </a:xfrm>
        </p:spPr>
        <p:txBody>
          <a:bodyPr>
            <a:normAutofit fontScale="92500" lnSpcReduction="20000"/>
          </a:bodyPr>
          <a:lstStyle/>
          <a:p>
            <a:pPr algn="just"/>
            <a:r>
              <a:rPr lang="en-US" sz="2600" dirty="0" smtClean="0">
                <a:solidFill>
                  <a:schemeClr val="tx1"/>
                </a:solidFill>
              </a:rPr>
              <a:t>Logical versus Physical Address</a:t>
            </a:r>
          </a:p>
          <a:p>
            <a:pPr algn="just"/>
            <a:endParaRPr lang="en-US" sz="2600" b="1" dirty="0" smtClean="0">
              <a:solidFill>
                <a:schemeClr val="tx1"/>
              </a:solidFill>
            </a:endParaRPr>
          </a:p>
          <a:p>
            <a:pPr algn="just"/>
            <a:r>
              <a:rPr sz="2600" dirty="0">
                <a:solidFill>
                  <a:schemeClr val="tx1"/>
                </a:solidFill>
              </a:rPr>
              <a:t>Logical address </a:t>
            </a:r>
          </a:p>
          <a:p>
            <a:pPr algn="just">
              <a:buFont typeface="Wingdings" pitchFamily="2" charset="2"/>
              <a:buNone/>
            </a:pPr>
            <a:r>
              <a:rPr lang="en-US" dirty="0" smtClean="0">
                <a:solidFill>
                  <a:schemeClr val="tx1"/>
                </a:solidFill>
              </a:rPr>
              <a:t>      </a:t>
            </a:r>
            <a:r>
              <a:rPr lang="en-US" sz="1800" dirty="0" smtClean="0">
                <a:solidFill>
                  <a:schemeClr val="tx1"/>
                </a:solidFill>
              </a:rPr>
              <a:t>– </a:t>
            </a:r>
            <a:r>
              <a:rPr lang="en-US" sz="2600" dirty="0" smtClean="0">
                <a:solidFill>
                  <a:schemeClr val="tx1"/>
                </a:solidFill>
              </a:rPr>
              <a:t>address generated by CPU, also known as virtual address</a:t>
            </a:r>
          </a:p>
          <a:p>
            <a:pPr algn="just"/>
            <a:endParaRPr lang="en-US" dirty="0" smtClean="0">
              <a:solidFill>
                <a:schemeClr val="tx1"/>
              </a:solidFill>
            </a:endParaRPr>
          </a:p>
          <a:p>
            <a:pPr algn="just"/>
            <a:r>
              <a:rPr sz="2600" dirty="0">
                <a:solidFill>
                  <a:schemeClr val="tx1"/>
                </a:solidFill>
              </a:rPr>
              <a:t>Physical address </a:t>
            </a:r>
          </a:p>
          <a:p>
            <a:pPr algn="just">
              <a:buFont typeface="Wingdings" pitchFamily="2" charset="2"/>
              <a:buNone/>
            </a:pPr>
            <a:r>
              <a:rPr lang="en-US" dirty="0" smtClean="0">
                <a:solidFill>
                  <a:schemeClr val="tx1"/>
                </a:solidFill>
              </a:rPr>
              <a:t>     </a:t>
            </a:r>
            <a:r>
              <a:rPr lang="en-US" sz="1800" dirty="0" smtClean="0">
                <a:solidFill>
                  <a:schemeClr val="tx1"/>
                </a:solidFill>
              </a:rPr>
              <a:t>– </a:t>
            </a:r>
            <a:r>
              <a:rPr lang="en-US" sz="2600" dirty="0" smtClean="0">
                <a:solidFill>
                  <a:schemeClr val="tx1"/>
                </a:solidFill>
              </a:rPr>
              <a:t>address seen by the memory unit</a:t>
            </a:r>
          </a:p>
          <a:p>
            <a:pPr algn="just">
              <a:buFont typeface="Wingdings" pitchFamily="2" charset="2"/>
              <a:buNone/>
            </a:pPr>
            <a:endParaRPr lang="en-US" dirty="0" smtClean="0">
              <a:solidFill>
                <a:schemeClr val="tx1"/>
              </a:solidFill>
            </a:endParaRPr>
          </a:p>
          <a:p>
            <a:pPr algn="just"/>
            <a:r>
              <a:rPr sz="2600" dirty="0">
                <a:solidFill>
                  <a:schemeClr val="tx1"/>
                </a:solidFill>
              </a:rPr>
              <a:t>Logical and physical addresses are the same in compile-time and load-time address-binding </a:t>
            </a:r>
            <a:r>
              <a:rPr sz="2600" dirty="0" smtClean="0">
                <a:solidFill>
                  <a:schemeClr val="tx1"/>
                </a:solidFill>
              </a:rPr>
              <a:t>schemes, </a:t>
            </a:r>
            <a:r>
              <a:rPr sz="2600" dirty="0">
                <a:solidFill>
                  <a:schemeClr val="tx1"/>
                </a:solidFill>
              </a:rPr>
              <a:t>logical (virtual) and physical addresses differ in run-time address-binding scheme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211812" y="132736"/>
            <a:ext cx="8229600" cy="553998"/>
          </a:xfrm>
        </p:spPr>
        <p:txBody>
          <a:bodyPr anchor="t"/>
          <a:lstStyle/>
          <a:p>
            <a:r>
              <a:rPr lang="en-US" dirty="0" smtClean="0">
                <a:solidFill>
                  <a:schemeClr val="tx1"/>
                </a:solidFill>
              </a:rPr>
              <a:t>Memory Management Unit (MMU)</a:t>
            </a:r>
          </a:p>
        </p:txBody>
      </p:sp>
      <p:sp>
        <p:nvSpPr>
          <p:cNvPr id="225281" name="Content Placeholder 5"/>
          <p:cNvSpPr>
            <a:spLocks noGrp="1"/>
          </p:cNvSpPr>
          <p:nvPr>
            <p:ph idx="1"/>
          </p:nvPr>
        </p:nvSpPr>
        <p:spPr>
          <a:xfrm>
            <a:off x="424543" y="1072734"/>
            <a:ext cx="8229600" cy="4525963"/>
          </a:xfrm>
        </p:spPr>
        <p:txBody>
          <a:bodyPr>
            <a:normAutofit/>
          </a:bodyPr>
          <a:lstStyle/>
          <a:p>
            <a:r>
              <a:rPr sz="2600" dirty="0" err="1" smtClean="0">
                <a:solidFill>
                  <a:schemeClr val="tx1"/>
                </a:solidFill>
              </a:rPr>
              <a:t>MMU</a:t>
            </a:r>
            <a:r>
              <a:rPr sz="2600" dirty="0" smtClean="0">
                <a:solidFill>
                  <a:schemeClr val="tx1"/>
                </a:solidFill>
              </a:rPr>
              <a:t> is a hardware component </a:t>
            </a:r>
          </a:p>
          <a:p>
            <a:pPr algn="just"/>
            <a:r>
              <a:rPr sz="2600" dirty="0" smtClean="0">
                <a:solidFill>
                  <a:schemeClr val="tx1"/>
                </a:solidFill>
              </a:rPr>
              <a:t>Responsible </a:t>
            </a:r>
            <a:r>
              <a:rPr sz="2600" dirty="0">
                <a:solidFill>
                  <a:schemeClr val="tx1"/>
                </a:solidFill>
              </a:rPr>
              <a:t>for </a:t>
            </a:r>
            <a:r>
              <a:rPr sz="2600" dirty="0" smtClean="0">
                <a:solidFill>
                  <a:schemeClr val="tx1"/>
                </a:solidFill>
              </a:rPr>
              <a:t>managing </a:t>
            </a:r>
            <a:r>
              <a:rPr sz="2600" dirty="0">
                <a:solidFill>
                  <a:schemeClr val="tx1"/>
                </a:solidFill>
              </a:rPr>
              <a:t>accesses to </a:t>
            </a:r>
            <a:r>
              <a:rPr sz="2600" dirty="0" smtClean="0">
                <a:solidFill>
                  <a:schemeClr val="tx1"/>
                </a:solidFill>
              </a:rPr>
              <a:t>memory as requested </a:t>
            </a:r>
            <a:r>
              <a:rPr sz="2600" dirty="0">
                <a:solidFill>
                  <a:schemeClr val="tx1"/>
                </a:solidFill>
              </a:rPr>
              <a:t>by the </a:t>
            </a:r>
            <a:r>
              <a:rPr sz="2600" dirty="0" smtClean="0">
                <a:solidFill>
                  <a:schemeClr val="tx1"/>
                </a:solidFill>
              </a:rPr>
              <a:t>CPU</a:t>
            </a:r>
            <a:endParaRPr sz="2600" dirty="0">
              <a:solidFill>
                <a:schemeClr val="tx1"/>
              </a:solidFill>
            </a:endParaRPr>
          </a:p>
          <a:p>
            <a:pPr algn="just"/>
            <a:r>
              <a:rPr sz="2600" dirty="0" smtClean="0">
                <a:solidFill>
                  <a:schemeClr val="tx1"/>
                </a:solidFill>
              </a:rPr>
              <a:t>Translates logical address </a:t>
            </a:r>
            <a:r>
              <a:rPr sz="2600" dirty="0">
                <a:solidFill>
                  <a:schemeClr val="tx1"/>
                </a:solidFill>
              </a:rPr>
              <a:t>to physical </a:t>
            </a:r>
            <a:r>
              <a:rPr sz="2600" dirty="0" smtClean="0">
                <a:solidFill>
                  <a:schemeClr val="tx1"/>
                </a:solidFill>
              </a:rPr>
              <a:t>address</a:t>
            </a:r>
          </a:p>
          <a:p>
            <a:pPr algn="just"/>
            <a:r>
              <a:rPr sz="2600" dirty="0">
                <a:solidFill>
                  <a:schemeClr val="tx1"/>
                </a:solidFill>
              </a:rPr>
              <a:t>Memory protection and cache control are its other </a:t>
            </a:r>
            <a:r>
              <a:rPr sz="2600" dirty="0" smtClean="0">
                <a:solidFill>
                  <a:schemeClr val="tx1"/>
                </a:solidFill>
              </a:rPr>
              <a:t>functions</a:t>
            </a:r>
          </a:p>
          <a:p>
            <a:pPr marL="0" indent="0" algn="just">
              <a:buNone/>
            </a:pPr>
            <a:r>
              <a:rPr sz="2600" dirty="0"/>
              <a:t/>
            </a:r>
            <a:br>
              <a:rPr sz="2600" dirty="0"/>
            </a:br>
            <a:endParaRPr sz="2600" dirty="0"/>
          </a:p>
        </p:txBody>
      </p:sp>
      <p:sp>
        <p:nvSpPr>
          <p:cNvPr id="5" name="Rectangle 4"/>
          <p:cNvSpPr/>
          <p:nvPr/>
        </p:nvSpPr>
        <p:spPr>
          <a:xfrm>
            <a:off x="821410" y="4355024"/>
            <a:ext cx="1720312" cy="8059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CPU</a:t>
            </a:r>
            <a:endParaRPr lang="en-US" dirty="0"/>
          </a:p>
        </p:txBody>
      </p:sp>
      <p:cxnSp>
        <p:nvCxnSpPr>
          <p:cNvPr id="7" name="Straight Arrow Connector 6"/>
          <p:cNvCxnSpPr>
            <a:stCxn id="5" idx="3"/>
          </p:cNvCxnSpPr>
          <p:nvPr/>
        </p:nvCxnSpPr>
        <p:spPr>
          <a:xfrm>
            <a:off x="2541722" y="4757980"/>
            <a:ext cx="1239864"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748007" y="4352442"/>
            <a:ext cx="1720312" cy="8059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MMU</a:t>
            </a:r>
            <a:endParaRPr lang="en-US" dirty="0"/>
          </a:p>
        </p:txBody>
      </p:sp>
      <p:cxnSp>
        <p:nvCxnSpPr>
          <p:cNvPr id="13" name="Straight Arrow Connector 12"/>
          <p:cNvCxnSpPr/>
          <p:nvPr/>
        </p:nvCxnSpPr>
        <p:spPr>
          <a:xfrm>
            <a:off x="5483817" y="4739899"/>
            <a:ext cx="1239864"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721100" y="4318863"/>
            <a:ext cx="1720312" cy="8059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MEMORY</a:t>
            </a:r>
            <a:endParaRPr lang="en-US" dirty="0"/>
          </a:p>
        </p:txBody>
      </p:sp>
      <p:sp>
        <p:nvSpPr>
          <p:cNvPr id="16" name="TextBox 15"/>
          <p:cNvSpPr txBox="1"/>
          <p:nvPr/>
        </p:nvSpPr>
        <p:spPr>
          <a:xfrm>
            <a:off x="2650210" y="4153546"/>
            <a:ext cx="1162373" cy="646331"/>
          </a:xfrm>
          <a:prstGeom prst="rect">
            <a:avLst/>
          </a:prstGeom>
          <a:noFill/>
        </p:spPr>
        <p:txBody>
          <a:bodyPr wrap="square" rtlCol="0">
            <a:spAutoFit/>
          </a:bodyPr>
          <a:lstStyle/>
          <a:p>
            <a:r>
              <a:rPr lang="en-US" dirty="0" smtClean="0">
                <a:solidFill>
                  <a:schemeClr val="tx1">
                    <a:lumMod val="50000"/>
                    <a:lumOff val="50000"/>
                  </a:schemeClr>
                </a:solidFill>
              </a:rPr>
              <a:t>Logical</a:t>
            </a:r>
          </a:p>
          <a:p>
            <a:r>
              <a:rPr lang="en-US" dirty="0" smtClean="0">
                <a:solidFill>
                  <a:schemeClr val="tx1">
                    <a:lumMod val="50000"/>
                    <a:lumOff val="50000"/>
                  </a:schemeClr>
                </a:solidFill>
              </a:rPr>
              <a:t>Address </a:t>
            </a:r>
          </a:p>
        </p:txBody>
      </p:sp>
      <p:sp>
        <p:nvSpPr>
          <p:cNvPr id="17" name="TextBox 16"/>
          <p:cNvSpPr txBox="1"/>
          <p:nvPr/>
        </p:nvSpPr>
        <p:spPr>
          <a:xfrm>
            <a:off x="5607803" y="4104468"/>
            <a:ext cx="1162373" cy="646331"/>
          </a:xfrm>
          <a:prstGeom prst="rect">
            <a:avLst/>
          </a:prstGeom>
          <a:noFill/>
        </p:spPr>
        <p:txBody>
          <a:bodyPr wrap="square" rtlCol="0">
            <a:spAutoFit/>
          </a:bodyPr>
          <a:lstStyle/>
          <a:p>
            <a:r>
              <a:rPr lang="en-US" dirty="0" smtClean="0">
                <a:solidFill>
                  <a:schemeClr val="tx1">
                    <a:lumMod val="50000"/>
                    <a:lumOff val="50000"/>
                  </a:schemeClr>
                </a:solidFill>
              </a:rPr>
              <a:t>Physical</a:t>
            </a:r>
          </a:p>
          <a:p>
            <a:r>
              <a:rPr lang="en-US" dirty="0" smtClean="0">
                <a:solidFill>
                  <a:schemeClr val="tx1">
                    <a:lumMod val="50000"/>
                    <a:lumOff val="50000"/>
                  </a:schemeClr>
                </a:solidFill>
              </a:rPr>
              <a:t>Address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166770" y="191729"/>
            <a:ext cx="8686800" cy="551433"/>
          </a:xfrm>
        </p:spPr>
        <p:txBody>
          <a:bodyPr lIns="90488" tIns="44450" rIns="90488" bIns="44450"/>
          <a:lstStyle/>
          <a:p>
            <a:pPr eaLnBrk="1" hangingPunct="1">
              <a:defRPr/>
            </a:pPr>
            <a:r>
              <a:rPr lang="en-US" dirty="0" smtClean="0">
                <a:solidFill>
                  <a:schemeClr val="tx1"/>
                </a:solidFill>
              </a:rPr>
              <a:t>Memory Management Schemes</a:t>
            </a:r>
          </a:p>
        </p:txBody>
      </p:sp>
      <p:graphicFrame>
        <p:nvGraphicFramePr>
          <p:cNvPr id="5" name="Diagram 4"/>
          <p:cNvGraphicFramePr/>
          <p:nvPr/>
        </p:nvGraphicFramePr>
        <p:xfrm>
          <a:off x="239486" y="1104903"/>
          <a:ext cx="8610600" cy="486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174777" y="110613"/>
            <a:ext cx="8686800" cy="553998"/>
          </a:xfrm>
        </p:spPr>
        <p:txBody>
          <a:bodyPr lIns="0"/>
          <a:lstStyle/>
          <a:p>
            <a:pPr eaLnBrk="1" hangingPunct="1">
              <a:defRPr/>
            </a:pPr>
            <a:r>
              <a:rPr lang="en-US" dirty="0" smtClean="0">
                <a:solidFill>
                  <a:schemeClr val="tx1"/>
                </a:solidFill>
              </a:rPr>
              <a:t>Simple Paged Allocation</a:t>
            </a:r>
          </a:p>
        </p:txBody>
      </p:sp>
      <p:sp>
        <p:nvSpPr>
          <p:cNvPr id="62467" name="Rectangle 3"/>
          <p:cNvSpPr>
            <a:spLocks noGrp="1" noChangeArrowheads="1"/>
          </p:cNvSpPr>
          <p:nvPr>
            <p:ph type="body" idx="4294967295"/>
          </p:nvPr>
        </p:nvSpPr>
        <p:spPr>
          <a:xfrm>
            <a:off x="225762" y="1076614"/>
            <a:ext cx="3052275" cy="5181597"/>
          </a:xfrm>
        </p:spPr>
        <p:txBody>
          <a:bodyPr lIns="0" tIns="0">
            <a:normAutofit fontScale="77500" lnSpcReduction="20000"/>
          </a:bodyPr>
          <a:lstStyle/>
          <a:p>
            <a:pPr eaLnBrk="1" hangingPunct="1"/>
            <a:r>
              <a:rPr lang="en-US" sz="2400" dirty="0" smtClean="0">
                <a:solidFill>
                  <a:schemeClr val="tx1"/>
                </a:solidFill>
              </a:rPr>
              <a:t>Divides the address space of job into pages of the same size</a:t>
            </a:r>
          </a:p>
          <a:p>
            <a:pPr eaLnBrk="1" hangingPunct="1">
              <a:buFont typeface="Wingdings" pitchFamily="2" charset="2"/>
              <a:buNone/>
            </a:pPr>
            <a:endParaRPr lang="en-US" sz="2400" dirty="0" smtClean="0">
              <a:solidFill>
                <a:schemeClr val="tx1"/>
              </a:solidFill>
            </a:endParaRPr>
          </a:p>
          <a:p>
            <a:pPr eaLnBrk="1" hangingPunct="1"/>
            <a:r>
              <a:rPr lang="en-US" sz="2400" dirty="0" smtClean="0">
                <a:solidFill>
                  <a:schemeClr val="tx1"/>
                </a:solidFill>
              </a:rPr>
              <a:t>Divides the main memory address space into blocks/ frames</a:t>
            </a:r>
          </a:p>
          <a:p>
            <a:pPr eaLnBrk="1" hangingPunct="1">
              <a:buFont typeface="Wingdings" pitchFamily="2" charset="2"/>
              <a:buNone/>
            </a:pPr>
            <a:endParaRPr lang="en-US" sz="2400" dirty="0" smtClean="0">
              <a:solidFill>
                <a:schemeClr val="tx1"/>
              </a:solidFill>
            </a:endParaRPr>
          </a:p>
          <a:p>
            <a:pPr eaLnBrk="1" hangingPunct="1"/>
            <a:r>
              <a:rPr lang="en-US" sz="2400" dirty="0" smtClean="0">
                <a:solidFill>
                  <a:schemeClr val="tx1"/>
                </a:solidFill>
              </a:rPr>
              <a:t>Pages are units of memory that are swapped in and out of primary memory</a:t>
            </a:r>
          </a:p>
          <a:p>
            <a:pPr eaLnBrk="1" hangingPunct="1"/>
            <a:endParaRPr lang="en-US" sz="2400" dirty="0" smtClean="0">
              <a:solidFill>
                <a:schemeClr val="tx1"/>
              </a:solidFill>
            </a:endParaRPr>
          </a:p>
          <a:p>
            <a:r>
              <a:rPr sz="2400" dirty="0">
                <a:solidFill>
                  <a:schemeClr val="tx1"/>
                </a:solidFill>
              </a:rPr>
              <a:t>All pages for a job should reside in </a:t>
            </a:r>
            <a:r>
              <a:rPr sz="2400" dirty="0" smtClean="0">
                <a:solidFill>
                  <a:schemeClr val="tx1"/>
                </a:solidFill>
              </a:rPr>
              <a:t>memory</a:t>
            </a:r>
            <a:endParaRPr lang="en-US" sz="2400" dirty="0" smtClean="0">
              <a:solidFill>
                <a:schemeClr val="tx1"/>
              </a:solidFill>
            </a:endParaRPr>
          </a:p>
          <a:p>
            <a:pPr eaLnBrk="1" hangingPunct="1">
              <a:buFont typeface="Wingdings" pitchFamily="2" charset="2"/>
              <a:buNone/>
            </a:pPr>
            <a:endParaRPr lang="en-US" sz="2400" dirty="0" smtClean="0">
              <a:solidFill>
                <a:schemeClr val="tx1"/>
              </a:solidFill>
            </a:endParaRPr>
          </a:p>
          <a:p>
            <a:pPr eaLnBrk="1" hangingPunct="1"/>
            <a:r>
              <a:rPr lang="en-US" sz="2400" dirty="0" smtClean="0">
                <a:solidFill>
                  <a:schemeClr val="tx1"/>
                </a:solidFill>
              </a:rPr>
              <a:t>Pages are grouped together for a given user job and are placed in page tables</a:t>
            </a:r>
          </a:p>
          <a:p>
            <a:pPr eaLnBrk="1" hangingPunct="1"/>
            <a:endParaRPr lang="en-US" sz="2000" dirty="0" smtClean="0"/>
          </a:p>
          <a:p>
            <a:pPr eaLnBrk="1" hangingPunct="1">
              <a:buFont typeface="Wingdings" pitchFamily="2" charset="2"/>
              <a:buNone/>
            </a:pPr>
            <a:endParaRPr lang="en-US" dirty="0" smtClean="0"/>
          </a:p>
          <a:p>
            <a:pPr eaLnBrk="1" hangingPunct="1">
              <a:buFont typeface="Wingdings" pitchFamily="2" charset="2"/>
              <a:buNone/>
            </a:pPr>
            <a:endParaRPr lang="en-US" dirty="0" smtClean="0"/>
          </a:p>
        </p:txBody>
      </p:sp>
      <p:sp>
        <p:nvSpPr>
          <p:cNvPr id="4" name="Rectangle 17"/>
          <p:cNvSpPr>
            <a:spLocks noChangeArrowheads="1"/>
          </p:cNvSpPr>
          <p:nvPr/>
        </p:nvSpPr>
        <p:spPr bwMode="auto">
          <a:xfrm>
            <a:off x="3520573" y="3475100"/>
            <a:ext cx="564258" cy="276999"/>
          </a:xfrm>
          <a:prstGeom prst="rect">
            <a:avLst/>
          </a:prstGeom>
          <a:noFill/>
          <a:ln w="9525">
            <a:noFill/>
            <a:miter lim="800000"/>
            <a:headEnd/>
            <a:tailEnd/>
          </a:ln>
        </p:spPr>
        <p:txBody>
          <a:bodyPr wrap="none" lIns="0" tIns="0" rIns="0" bIns="0">
            <a:spAutoFit/>
          </a:bodyPr>
          <a:lstStyle/>
          <a:p>
            <a:pPr algn="ctr" eaLnBrk="0" hangingPunct="0"/>
            <a:r>
              <a:rPr lang="en-US" dirty="0">
                <a:solidFill>
                  <a:srgbClr val="000000"/>
                </a:solidFill>
                <a:latin typeface="Arial" charset="0"/>
              </a:rPr>
              <a:t>Job </a:t>
            </a:r>
            <a:r>
              <a:rPr lang="en-US" dirty="0" smtClean="0">
                <a:solidFill>
                  <a:srgbClr val="000000"/>
                </a:solidFill>
                <a:latin typeface="Arial" charset="0"/>
              </a:rPr>
              <a:t>1</a:t>
            </a:r>
            <a:endParaRPr lang="en-US" dirty="0"/>
          </a:p>
        </p:txBody>
      </p:sp>
      <p:sp>
        <p:nvSpPr>
          <p:cNvPr id="5" name="Rectangle 18"/>
          <p:cNvSpPr>
            <a:spLocks noChangeArrowheads="1"/>
          </p:cNvSpPr>
          <p:nvPr/>
        </p:nvSpPr>
        <p:spPr bwMode="auto">
          <a:xfrm>
            <a:off x="4906255" y="6248389"/>
            <a:ext cx="1957267"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          Memory Space</a:t>
            </a:r>
            <a:endParaRPr lang="en-US" sz="1600" dirty="0"/>
          </a:p>
        </p:txBody>
      </p:sp>
      <p:sp>
        <p:nvSpPr>
          <p:cNvPr id="6" name="Rectangle 21"/>
          <p:cNvSpPr>
            <a:spLocks noChangeArrowheads="1"/>
          </p:cNvSpPr>
          <p:nvPr/>
        </p:nvSpPr>
        <p:spPr bwMode="auto">
          <a:xfrm>
            <a:off x="6893469" y="1719326"/>
            <a:ext cx="742191"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a:t>
            </a:r>
            <a:r>
              <a:rPr lang="en-US" sz="1000" dirty="0">
                <a:solidFill>
                  <a:srgbClr val="000000"/>
                </a:solidFill>
                <a:latin typeface="Arial" charset="0"/>
              </a:rPr>
              <a:t> </a:t>
            </a:r>
            <a:r>
              <a:rPr lang="en-US" sz="1600" dirty="0">
                <a:solidFill>
                  <a:srgbClr val="000000"/>
                </a:solidFill>
                <a:latin typeface="Arial" charset="0"/>
              </a:rPr>
              <a:t>1</a:t>
            </a:r>
            <a:endParaRPr lang="en-US" sz="1600" dirty="0"/>
          </a:p>
        </p:txBody>
      </p:sp>
      <p:sp>
        <p:nvSpPr>
          <p:cNvPr id="7" name="Rectangle 24"/>
          <p:cNvSpPr>
            <a:spLocks noChangeArrowheads="1"/>
          </p:cNvSpPr>
          <p:nvPr/>
        </p:nvSpPr>
        <p:spPr bwMode="auto">
          <a:xfrm>
            <a:off x="6877140" y="2352517"/>
            <a:ext cx="764633"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 2</a:t>
            </a:r>
            <a:endParaRPr lang="en-US" sz="1600" dirty="0"/>
          </a:p>
        </p:txBody>
      </p:sp>
      <p:sp>
        <p:nvSpPr>
          <p:cNvPr id="8" name="Rectangle 27"/>
          <p:cNvSpPr>
            <a:spLocks noChangeArrowheads="1"/>
          </p:cNvSpPr>
          <p:nvPr/>
        </p:nvSpPr>
        <p:spPr bwMode="auto">
          <a:xfrm>
            <a:off x="6893469" y="2980483"/>
            <a:ext cx="764633"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 3</a:t>
            </a:r>
            <a:endParaRPr lang="en-US" sz="1600" dirty="0"/>
          </a:p>
        </p:txBody>
      </p:sp>
      <p:sp>
        <p:nvSpPr>
          <p:cNvPr id="9" name="Rectangle 31"/>
          <p:cNvSpPr>
            <a:spLocks noChangeArrowheads="1"/>
          </p:cNvSpPr>
          <p:nvPr/>
        </p:nvSpPr>
        <p:spPr bwMode="auto">
          <a:xfrm>
            <a:off x="6893469" y="3678986"/>
            <a:ext cx="764633"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 4</a:t>
            </a:r>
            <a:endParaRPr lang="en-US" sz="1600" dirty="0"/>
          </a:p>
        </p:txBody>
      </p:sp>
      <p:sp>
        <p:nvSpPr>
          <p:cNvPr id="10" name="Rectangle 34"/>
          <p:cNvSpPr>
            <a:spLocks noChangeArrowheads="1"/>
          </p:cNvSpPr>
          <p:nvPr/>
        </p:nvSpPr>
        <p:spPr bwMode="auto">
          <a:xfrm>
            <a:off x="6893469" y="4306957"/>
            <a:ext cx="764633"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 5</a:t>
            </a:r>
            <a:endParaRPr lang="en-US" sz="1600" dirty="0"/>
          </a:p>
        </p:txBody>
      </p:sp>
      <p:sp>
        <p:nvSpPr>
          <p:cNvPr id="11" name="Rectangle 38"/>
          <p:cNvSpPr>
            <a:spLocks noChangeArrowheads="1"/>
          </p:cNvSpPr>
          <p:nvPr/>
        </p:nvSpPr>
        <p:spPr bwMode="auto">
          <a:xfrm>
            <a:off x="6893469" y="4956473"/>
            <a:ext cx="764633"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 6</a:t>
            </a:r>
            <a:endParaRPr lang="en-US" sz="1600" dirty="0"/>
          </a:p>
        </p:txBody>
      </p:sp>
      <p:sp>
        <p:nvSpPr>
          <p:cNvPr id="12" name="Rectangle 41"/>
          <p:cNvSpPr>
            <a:spLocks noChangeArrowheads="1"/>
          </p:cNvSpPr>
          <p:nvPr/>
        </p:nvSpPr>
        <p:spPr bwMode="auto">
          <a:xfrm>
            <a:off x="6893469" y="5697159"/>
            <a:ext cx="764633"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 7</a:t>
            </a:r>
            <a:endParaRPr lang="en-US" sz="1600" dirty="0"/>
          </a:p>
        </p:txBody>
      </p:sp>
      <p:sp>
        <p:nvSpPr>
          <p:cNvPr id="13" name="Rectangle 52"/>
          <p:cNvSpPr>
            <a:spLocks noChangeArrowheads="1"/>
          </p:cNvSpPr>
          <p:nvPr/>
        </p:nvSpPr>
        <p:spPr bwMode="auto">
          <a:xfrm>
            <a:off x="8234795" y="3171587"/>
            <a:ext cx="479298"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Job</a:t>
            </a:r>
            <a:r>
              <a:rPr lang="en-US" sz="1000" dirty="0">
                <a:solidFill>
                  <a:srgbClr val="000000"/>
                </a:solidFill>
                <a:latin typeface="Arial" charset="0"/>
              </a:rPr>
              <a:t> </a:t>
            </a:r>
            <a:r>
              <a:rPr lang="en-US" sz="1600" dirty="0" smtClean="0">
                <a:solidFill>
                  <a:srgbClr val="000000"/>
                </a:solidFill>
                <a:latin typeface="Arial" charset="0"/>
              </a:rPr>
              <a:t>2</a:t>
            </a:r>
            <a:endParaRPr lang="en-US" sz="1600" dirty="0"/>
          </a:p>
        </p:txBody>
      </p:sp>
      <p:sp>
        <p:nvSpPr>
          <p:cNvPr id="14" name="Line 53"/>
          <p:cNvSpPr>
            <a:spLocks noChangeShapeType="1"/>
          </p:cNvSpPr>
          <p:nvPr/>
        </p:nvSpPr>
        <p:spPr bwMode="auto">
          <a:xfrm>
            <a:off x="4742481" y="2805194"/>
            <a:ext cx="869842" cy="525005"/>
          </a:xfrm>
          <a:prstGeom prst="line">
            <a:avLst/>
          </a:prstGeom>
          <a:noFill/>
          <a:ln w="5" cap="rnd">
            <a:solidFill>
              <a:srgbClr val="000000"/>
            </a:solidFill>
            <a:round/>
            <a:headEnd/>
            <a:tailEnd type="arrow"/>
          </a:ln>
        </p:spPr>
        <p:txBody>
          <a:bodyPr/>
          <a:lstStyle/>
          <a:p>
            <a:endParaRPr lang="en-US"/>
          </a:p>
        </p:txBody>
      </p:sp>
      <p:sp>
        <p:nvSpPr>
          <p:cNvPr id="15" name="Rectangle 96"/>
          <p:cNvSpPr>
            <a:spLocks noChangeArrowheads="1"/>
          </p:cNvSpPr>
          <p:nvPr/>
        </p:nvSpPr>
        <p:spPr bwMode="auto">
          <a:xfrm>
            <a:off x="6893469" y="1076614"/>
            <a:ext cx="764633" cy="246221"/>
          </a:xfrm>
          <a:prstGeom prst="rect">
            <a:avLst/>
          </a:prstGeom>
          <a:noFill/>
          <a:ln w="9525">
            <a:noFill/>
            <a:miter lim="800000"/>
            <a:headEnd/>
            <a:tailEnd/>
          </a:ln>
        </p:spPr>
        <p:txBody>
          <a:bodyPr wrap="none" lIns="0" tIns="0" rIns="0" bIns="0">
            <a:spAutoFit/>
          </a:bodyPr>
          <a:lstStyle/>
          <a:p>
            <a:pPr algn="ctr" eaLnBrk="0" hangingPunct="0"/>
            <a:r>
              <a:rPr lang="en-US" sz="1600" dirty="0">
                <a:solidFill>
                  <a:srgbClr val="000000"/>
                </a:solidFill>
                <a:latin typeface="Arial" charset="0"/>
              </a:rPr>
              <a:t>Frame 0</a:t>
            </a:r>
            <a:endParaRPr lang="en-US" sz="1600" dirty="0"/>
          </a:p>
        </p:txBody>
      </p:sp>
      <p:sp>
        <p:nvSpPr>
          <p:cNvPr id="16" name="Line 97"/>
          <p:cNvSpPr>
            <a:spLocks noChangeShapeType="1"/>
          </p:cNvSpPr>
          <p:nvPr/>
        </p:nvSpPr>
        <p:spPr bwMode="auto">
          <a:xfrm flipV="1">
            <a:off x="4757980" y="1146874"/>
            <a:ext cx="821410" cy="991892"/>
          </a:xfrm>
          <a:prstGeom prst="line">
            <a:avLst/>
          </a:prstGeom>
          <a:noFill/>
          <a:ln w="5" cap="rnd">
            <a:solidFill>
              <a:srgbClr val="000000"/>
            </a:solidFill>
            <a:round/>
            <a:headEnd/>
            <a:tailEnd type="arrow"/>
          </a:ln>
        </p:spPr>
        <p:txBody>
          <a:bodyPr/>
          <a:lstStyle/>
          <a:p>
            <a:endParaRPr lang="en-US"/>
          </a:p>
        </p:txBody>
      </p:sp>
      <p:graphicFrame>
        <p:nvGraphicFramePr>
          <p:cNvPr id="17" name="Table 16"/>
          <p:cNvGraphicFramePr>
            <a:graphicFrameLocks noGrp="1"/>
          </p:cNvGraphicFramePr>
          <p:nvPr/>
        </p:nvGraphicFramePr>
        <p:xfrm>
          <a:off x="3432044" y="1917914"/>
          <a:ext cx="1338945" cy="1463040"/>
        </p:xfrm>
        <a:graphic>
          <a:graphicData uri="http://schemas.openxmlformats.org/drawingml/2006/table">
            <a:tbl>
              <a:tblPr>
                <a:tableStyleId>{BC89EF96-8CEA-46FF-86C4-4CE0E7609802}</a:tableStyleId>
              </a:tblPr>
              <a:tblGrid>
                <a:gridCol w="1338945"/>
              </a:tblGrid>
              <a:tr h="358504">
                <a:tc>
                  <a:txBody>
                    <a:bodyPr/>
                    <a:lstStyle/>
                    <a:p>
                      <a:pPr marL="0" algn="l" defTabSz="457200" rtl="0" eaLnBrk="1" latinLnBrk="0" hangingPunct="1"/>
                      <a:r>
                        <a:rPr lang="en-US" dirty="0" smtClean="0"/>
                        <a:t> </a:t>
                      </a:r>
                      <a:r>
                        <a:rPr lang="en-US" sz="1800" b="0" kern="1200" dirty="0" smtClean="0">
                          <a:solidFill>
                            <a:schemeClr val="tx1"/>
                          </a:solidFill>
                          <a:latin typeface="+mn-lt"/>
                          <a:ea typeface="+mn-ea"/>
                          <a:cs typeface="+mn-cs"/>
                        </a:rPr>
                        <a:t>Page 0</a:t>
                      </a:r>
                    </a:p>
                  </a:txBody>
                  <a:tcPr>
                    <a:solidFill>
                      <a:schemeClr val="accent1">
                        <a:lumMod val="40000"/>
                        <a:lumOff val="60000"/>
                      </a:schemeClr>
                    </a:solidFill>
                  </a:tcPr>
                </a:tc>
              </a:tr>
              <a:tr h="269119">
                <a:tc>
                  <a:txBody>
                    <a:bodyPr/>
                    <a:lstStyle/>
                    <a:p>
                      <a:r>
                        <a:rPr lang="en-US" dirty="0" smtClean="0"/>
                        <a:t> Page 1</a:t>
                      </a:r>
                      <a:endParaRPr lang="en-US" dirty="0"/>
                    </a:p>
                  </a:txBody>
                  <a:tcPr>
                    <a:solidFill>
                      <a:schemeClr val="accent1">
                        <a:lumMod val="40000"/>
                        <a:lumOff val="60000"/>
                      </a:schemeClr>
                    </a:solidFill>
                  </a:tcPr>
                </a:tc>
              </a:tr>
              <a:tr h="269119">
                <a:tc>
                  <a:txBody>
                    <a:bodyPr/>
                    <a:lstStyle/>
                    <a:p>
                      <a:r>
                        <a:rPr lang="en-US" dirty="0" smtClean="0"/>
                        <a:t> Page 2</a:t>
                      </a:r>
                      <a:endParaRPr lang="en-US" dirty="0"/>
                    </a:p>
                  </a:txBody>
                  <a:tcPr>
                    <a:solidFill>
                      <a:schemeClr val="accent1">
                        <a:lumMod val="40000"/>
                        <a:lumOff val="60000"/>
                      </a:schemeClr>
                    </a:solidFill>
                  </a:tcPr>
                </a:tc>
              </a:tr>
              <a:tr h="269119">
                <a:tc>
                  <a:txBody>
                    <a:bodyPr/>
                    <a:lstStyle/>
                    <a:p>
                      <a:r>
                        <a:rPr lang="en-US" dirty="0" smtClean="0"/>
                        <a:t> Page 3</a:t>
                      </a:r>
                      <a:endParaRPr lang="en-US" dirty="0"/>
                    </a:p>
                  </a:txBody>
                  <a:tcPr>
                    <a:solidFill>
                      <a:schemeClr val="accent1">
                        <a:lumMod val="40000"/>
                        <a:lumOff val="60000"/>
                      </a:schemeClr>
                    </a:solidFill>
                  </a:tcPr>
                </a:tc>
              </a:tr>
            </a:tbl>
          </a:graphicData>
        </a:graphic>
      </p:graphicFrame>
      <p:graphicFrame>
        <p:nvGraphicFramePr>
          <p:cNvPr id="18" name="Table 17"/>
          <p:cNvGraphicFramePr>
            <a:graphicFrameLocks noGrp="1"/>
          </p:cNvGraphicFramePr>
          <p:nvPr/>
        </p:nvGraphicFramePr>
        <p:xfrm>
          <a:off x="7935132" y="2313639"/>
          <a:ext cx="1022888" cy="731520"/>
        </p:xfrm>
        <a:graphic>
          <a:graphicData uri="http://schemas.openxmlformats.org/drawingml/2006/table">
            <a:tbl>
              <a:tblPr>
                <a:tableStyleId>{8A107856-5554-42FB-B03E-39F5DBC370BA}</a:tableStyleId>
              </a:tblPr>
              <a:tblGrid>
                <a:gridCol w="1022888"/>
              </a:tblGrid>
              <a:tr h="308065">
                <a:tc>
                  <a:txBody>
                    <a:bodyPr/>
                    <a:lstStyle/>
                    <a:p>
                      <a:pPr marL="0" algn="l" defTabSz="457200" rtl="0" eaLnBrk="1" latinLnBrk="0" hangingPunct="1"/>
                      <a:r>
                        <a:rPr lang="en-US" sz="1800" kern="1200" dirty="0" smtClean="0"/>
                        <a:t> </a:t>
                      </a:r>
                      <a:r>
                        <a:rPr lang="en-US" sz="1800" b="0" kern="1200" dirty="0" smtClean="0"/>
                        <a:t>Page 0</a:t>
                      </a:r>
                      <a:endParaRPr lang="en-US" sz="1800" b="0" kern="1200" dirty="0" smtClean="0">
                        <a:solidFill>
                          <a:schemeClr val="dk1"/>
                        </a:solidFill>
                        <a:latin typeface="+mn-lt"/>
                        <a:ea typeface="+mn-ea"/>
                        <a:cs typeface="+mn-cs"/>
                      </a:endParaRPr>
                    </a:p>
                  </a:txBody>
                  <a:tcPr>
                    <a:solidFill>
                      <a:schemeClr val="accent2">
                        <a:lumMod val="60000"/>
                        <a:lumOff val="40000"/>
                      </a:schemeClr>
                    </a:solidFill>
                  </a:tcPr>
                </a:tc>
              </a:tr>
              <a:tr h="269119">
                <a:tc>
                  <a:txBody>
                    <a:bodyPr/>
                    <a:lstStyle/>
                    <a:p>
                      <a:r>
                        <a:rPr lang="en-US" dirty="0" smtClean="0"/>
                        <a:t> Page 1</a:t>
                      </a:r>
                      <a:endParaRPr lang="en-US" dirty="0">
                        <a:solidFill>
                          <a:schemeClr val="tx1"/>
                        </a:solidFill>
                      </a:endParaRPr>
                    </a:p>
                  </a:txBody>
                  <a:tcPr>
                    <a:solidFill>
                      <a:schemeClr val="accent2">
                        <a:lumMod val="60000"/>
                        <a:lumOff val="40000"/>
                      </a:schemeClr>
                    </a:solidFill>
                  </a:tcPr>
                </a:tc>
              </a:tr>
            </a:tbl>
          </a:graphicData>
        </a:graphic>
      </p:graphicFrame>
      <p:sp>
        <p:nvSpPr>
          <p:cNvPr id="19" name="Line 53"/>
          <p:cNvSpPr>
            <a:spLocks noChangeShapeType="1"/>
          </p:cNvSpPr>
          <p:nvPr/>
        </p:nvSpPr>
        <p:spPr bwMode="auto">
          <a:xfrm>
            <a:off x="4773477" y="2402238"/>
            <a:ext cx="822517" cy="294466"/>
          </a:xfrm>
          <a:prstGeom prst="line">
            <a:avLst/>
          </a:prstGeom>
          <a:noFill/>
          <a:ln w="5" cap="rnd">
            <a:solidFill>
              <a:srgbClr val="000000"/>
            </a:solidFill>
            <a:round/>
            <a:headEnd/>
            <a:tailEnd type="arrow"/>
          </a:ln>
        </p:spPr>
        <p:txBody>
          <a:bodyPr/>
          <a:lstStyle/>
          <a:p>
            <a:endParaRPr lang="en-US"/>
          </a:p>
        </p:txBody>
      </p:sp>
      <p:sp>
        <p:nvSpPr>
          <p:cNvPr id="20" name="Line 97"/>
          <p:cNvSpPr>
            <a:spLocks noChangeShapeType="1"/>
          </p:cNvSpPr>
          <p:nvPr/>
        </p:nvSpPr>
        <p:spPr bwMode="auto">
          <a:xfrm>
            <a:off x="4757980" y="3146156"/>
            <a:ext cx="824177" cy="700190"/>
          </a:xfrm>
          <a:prstGeom prst="line">
            <a:avLst/>
          </a:prstGeom>
          <a:noFill/>
          <a:ln w="5" cap="rnd">
            <a:solidFill>
              <a:srgbClr val="000000"/>
            </a:solidFill>
            <a:round/>
            <a:headEnd/>
            <a:tailEnd type="arrow"/>
          </a:ln>
        </p:spPr>
        <p:txBody>
          <a:bodyPr/>
          <a:lstStyle/>
          <a:p>
            <a:endParaRPr lang="en-US"/>
          </a:p>
        </p:txBody>
      </p:sp>
      <p:graphicFrame>
        <p:nvGraphicFramePr>
          <p:cNvPr id="21" name="Table 20"/>
          <p:cNvGraphicFramePr>
            <a:graphicFrameLocks noGrp="1"/>
          </p:cNvGraphicFramePr>
          <p:nvPr/>
        </p:nvGraphicFramePr>
        <p:xfrm>
          <a:off x="5582208" y="939848"/>
          <a:ext cx="1077685" cy="5159840"/>
        </p:xfrm>
        <a:graphic>
          <a:graphicData uri="http://schemas.openxmlformats.org/drawingml/2006/table">
            <a:tbl>
              <a:tblPr firstRow="1" bandRow="1">
                <a:tableStyleId>{2D5ABB26-0587-4C30-8999-92F81FD0307C}</a:tableStyleId>
              </a:tblPr>
              <a:tblGrid>
                <a:gridCol w="1077685"/>
              </a:tblGrid>
              <a:tr h="64498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644980">
                <a:tc>
                  <a:txBody>
                    <a:bodyPr/>
                    <a:lstStyle/>
                    <a:p>
                      <a:r>
                        <a:rPr lang="en-US" baseline="0" dirty="0" smtClean="0"/>
                        <a: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r>
              <a:tr h="64498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64498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64498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644980">
                <a:tc>
                  <a:txBody>
                    <a:bodyPr/>
                    <a:lstStyle/>
                    <a:p>
                      <a:r>
                        <a:rPr lang="en-US" dirty="0" smtClean="0"/>
                        <a:t>   Free</a:t>
                      </a:r>
                    </a:p>
                    <a:p>
                      <a:r>
                        <a:rPr lang="en-US" dirty="0" smtClean="0"/>
                        <a:t>  Frame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498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r>
              <a:tr h="644980">
                <a:tc>
                  <a:txBody>
                    <a:bodyPr/>
                    <a:lstStyle/>
                    <a:p>
                      <a:r>
                        <a:rPr lang="en-US" dirty="0" smtClean="0"/>
                        <a:t>   Free</a:t>
                      </a:r>
                    </a:p>
                    <a:p>
                      <a:r>
                        <a:rPr lang="en-US" dirty="0" smtClean="0"/>
                        <a:t>  Frame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2" name="Line 53"/>
          <p:cNvSpPr>
            <a:spLocks noChangeShapeType="1"/>
          </p:cNvSpPr>
          <p:nvPr/>
        </p:nvSpPr>
        <p:spPr bwMode="auto">
          <a:xfrm flipH="1">
            <a:off x="6676166" y="2867186"/>
            <a:ext cx="1243467" cy="2267457"/>
          </a:xfrm>
          <a:prstGeom prst="line">
            <a:avLst/>
          </a:prstGeom>
          <a:noFill/>
          <a:ln w="5" cap="rnd">
            <a:solidFill>
              <a:srgbClr val="000000"/>
            </a:solidFill>
            <a:round/>
            <a:headEnd/>
            <a:tailEnd type="arrow"/>
          </a:ln>
        </p:spPr>
        <p:txBody>
          <a:bodyPr/>
          <a:lstStyle/>
          <a:p>
            <a:endParaRPr lang="en-US"/>
          </a:p>
        </p:txBody>
      </p:sp>
      <p:sp>
        <p:nvSpPr>
          <p:cNvPr id="23" name="Line 53"/>
          <p:cNvSpPr>
            <a:spLocks noChangeShapeType="1"/>
          </p:cNvSpPr>
          <p:nvPr/>
        </p:nvSpPr>
        <p:spPr bwMode="auto">
          <a:xfrm flipH="1" flipV="1">
            <a:off x="6643512" y="1952232"/>
            <a:ext cx="1276121" cy="527496"/>
          </a:xfrm>
          <a:prstGeom prst="line">
            <a:avLst/>
          </a:prstGeom>
          <a:noFill/>
          <a:ln w="5" cap="rnd">
            <a:solidFill>
              <a:srgbClr val="000000"/>
            </a:solidFill>
            <a:round/>
            <a:headEnd/>
            <a:tailEnd type="arrow"/>
          </a:ln>
        </p:spPr>
        <p:txBody>
          <a:bodyPr/>
          <a:lstStyle/>
          <a:p>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body" idx="4294967295"/>
          </p:nvPr>
        </p:nvSpPr>
        <p:spPr>
          <a:xfrm>
            <a:off x="364786" y="1135709"/>
            <a:ext cx="8454750" cy="1524000"/>
          </a:xfrm>
        </p:spPr>
        <p:txBody>
          <a:bodyPr lIns="0" tIns="0">
            <a:normAutofit/>
          </a:bodyPr>
          <a:lstStyle/>
          <a:p>
            <a:pPr algn="just" eaLnBrk="1" hangingPunct="1">
              <a:lnSpc>
                <a:spcPct val="90000"/>
              </a:lnSpc>
            </a:pPr>
            <a:r>
              <a:rPr lang="en-US" sz="2400" dirty="0" smtClean="0">
                <a:solidFill>
                  <a:schemeClr val="tx1"/>
                </a:solidFill>
              </a:rPr>
              <a:t>Illusion of infinite memory available for the user jobs (Virtual Memory)</a:t>
            </a:r>
          </a:p>
          <a:p>
            <a:pPr algn="just">
              <a:lnSpc>
                <a:spcPct val="90000"/>
              </a:lnSpc>
            </a:pPr>
            <a:r>
              <a:rPr lang="en-US" sz="2400" dirty="0" smtClean="0">
                <a:solidFill>
                  <a:schemeClr val="tx1"/>
                </a:solidFill>
              </a:rPr>
              <a:t>A page is loaded into the main memory only when there is a demand </a:t>
            </a:r>
            <a:r>
              <a:rPr lang="en-US" sz="2400" dirty="0">
                <a:solidFill>
                  <a:schemeClr val="tx1"/>
                </a:solidFill>
              </a:rPr>
              <a:t>from the hard disk</a:t>
            </a:r>
            <a:endParaRPr lang="en-US" sz="2400" dirty="0" smtClean="0">
              <a:solidFill>
                <a:schemeClr val="tx1"/>
              </a:solidFill>
            </a:endParaRPr>
          </a:p>
        </p:txBody>
      </p:sp>
      <p:sp>
        <p:nvSpPr>
          <p:cNvPr id="37891" name="Rectangle 3"/>
          <p:cNvSpPr>
            <a:spLocks noGrp="1" noChangeArrowheads="1"/>
          </p:cNvSpPr>
          <p:nvPr>
            <p:ph type="title" idx="4294967295"/>
          </p:nvPr>
        </p:nvSpPr>
        <p:spPr>
          <a:xfrm>
            <a:off x="92366" y="110612"/>
            <a:ext cx="8959268" cy="553998"/>
          </a:xfrm>
        </p:spPr>
        <p:txBody>
          <a:bodyPr/>
          <a:lstStyle/>
          <a:p>
            <a:pPr eaLnBrk="1" hangingPunct="1">
              <a:defRPr/>
            </a:pPr>
            <a:r>
              <a:rPr lang="en-US" dirty="0" smtClean="0">
                <a:solidFill>
                  <a:schemeClr val="tx1"/>
                </a:solidFill>
              </a:rPr>
              <a:t>Demand Paging</a:t>
            </a:r>
          </a:p>
        </p:txBody>
      </p:sp>
      <p:sp>
        <p:nvSpPr>
          <p:cNvPr id="70660" name="Rectangle 4"/>
          <p:cNvSpPr>
            <a:spLocks noChangeArrowheads="1"/>
          </p:cNvSpPr>
          <p:nvPr/>
        </p:nvSpPr>
        <p:spPr bwMode="auto">
          <a:xfrm>
            <a:off x="1" y="2428877"/>
            <a:ext cx="184731" cy="461665"/>
          </a:xfrm>
          <a:prstGeom prst="rect">
            <a:avLst/>
          </a:prstGeom>
          <a:noFill/>
          <a:ln w="12700">
            <a:noFill/>
            <a:miter lim="800000"/>
            <a:headEnd/>
            <a:tailEnd/>
          </a:ln>
        </p:spPr>
        <p:txBody>
          <a:bodyPr wrap="none" anchor="ctr">
            <a:spAutoFit/>
          </a:bodyPr>
          <a:lstStyle/>
          <a:p>
            <a:endParaRPr lang="en-US" sz="2400">
              <a:latin typeface="Times New Roman" pitchFamily="18" charset="0"/>
            </a:endParaRPr>
          </a:p>
        </p:txBody>
      </p:sp>
      <p:graphicFrame>
        <p:nvGraphicFramePr>
          <p:cNvPr id="6" name="Table 5"/>
          <p:cNvGraphicFramePr>
            <a:graphicFrameLocks noGrp="1"/>
          </p:cNvGraphicFramePr>
          <p:nvPr/>
        </p:nvGraphicFramePr>
        <p:xfrm>
          <a:off x="2928259" y="4637315"/>
          <a:ext cx="974271" cy="1106352"/>
        </p:xfrm>
        <a:graphic>
          <a:graphicData uri="http://schemas.openxmlformats.org/drawingml/2006/table">
            <a:tbl>
              <a:tblPr firstRow="1" bandRow="1">
                <a:effectLst/>
                <a:tableStyleId>{5C22544A-7EE6-4342-B048-85BDC9FD1C3A}</a:tableStyleId>
              </a:tblPr>
              <a:tblGrid>
                <a:gridCol w="974271"/>
              </a:tblGrid>
              <a:tr h="374832">
                <a:tc>
                  <a:txBody>
                    <a:bodyPr/>
                    <a:lstStyle/>
                    <a:p>
                      <a:pPr marL="0" algn="l" defTabSz="457200" rtl="0" eaLnBrk="1" latinLnBrk="0" hangingPunct="1"/>
                      <a:r>
                        <a:rPr lang="en-US" dirty="0" smtClean="0"/>
                        <a:t> </a:t>
                      </a:r>
                      <a:r>
                        <a:rPr lang="en-US" sz="1800" b="0" kern="1200" dirty="0" smtClean="0">
                          <a:solidFill>
                            <a:schemeClr val="dk1"/>
                          </a:solidFill>
                          <a:latin typeface="+mn-lt"/>
                          <a:ea typeface="+mn-ea"/>
                          <a:cs typeface="+mn-cs"/>
                        </a:rPr>
                        <a:t>Page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69119">
                <a:tc>
                  <a:txBody>
                    <a:bodyPr/>
                    <a:lstStyle/>
                    <a:p>
                      <a:r>
                        <a:rPr lang="en-US" dirty="0" smtClean="0"/>
                        <a:t> Page 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69119">
                <a:tc>
                  <a:txBody>
                    <a:bodyPr/>
                    <a:lstStyle/>
                    <a:p>
                      <a:r>
                        <a:rPr lang="en-US" dirty="0" smtClean="0"/>
                        <a:t> Page 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7" name="Table 6"/>
          <p:cNvGraphicFramePr>
            <a:graphicFrameLocks noGrp="1"/>
          </p:cNvGraphicFramePr>
          <p:nvPr/>
        </p:nvGraphicFramePr>
        <p:xfrm>
          <a:off x="1006930" y="3284220"/>
          <a:ext cx="974271" cy="731520"/>
        </p:xfrm>
        <a:graphic>
          <a:graphicData uri="http://schemas.openxmlformats.org/drawingml/2006/table">
            <a:tbl>
              <a:tblPr firstRow="1" bandRow="1">
                <a:effectLst/>
                <a:tableStyleId>{5C22544A-7EE6-4342-B048-85BDC9FD1C3A}</a:tableStyleId>
              </a:tblPr>
              <a:tblGrid>
                <a:gridCol w="974271"/>
              </a:tblGrid>
              <a:tr h="0">
                <a:tc>
                  <a:txBody>
                    <a:bodyPr/>
                    <a:lstStyle/>
                    <a:p>
                      <a:pPr marL="0" algn="l" defTabSz="457200" rtl="0" eaLnBrk="1" latinLnBrk="0" hangingPunct="1"/>
                      <a:r>
                        <a:rPr lang="en-US" dirty="0" smtClean="0"/>
                        <a:t> </a:t>
                      </a:r>
                      <a:r>
                        <a:rPr lang="en-US" sz="1800" b="0" kern="1200" dirty="0" smtClean="0">
                          <a:solidFill>
                            <a:schemeClr val="dk1"/>
                          </a:solidFill>
                          <a:latin typeface="+mn-lt"/>
                          <a:ea typeface="+mn-ea"/>
                          <a:cs typeface="+mn-cs"/>
                        </a:rPr>
                        <a:t>Page 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69119">
                <a:tc>
                  <a:txBody>
                    <a:bodyPr/>
                    <a:lstStyle/>
                    <a:p>
                      <a:r>
                        <a:rPr lang="en-US" dirty="0" smtClean="0"/>
                        <a:t> Page 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8" name="TextBox 7"/>
          <p:cNvSpPr txBox="1"/>
          <p:nvPr/>
        </p:nvSpPr>
        <p:spPr>
          <a:xfrm>
            <a:off x="1045029" y="4082143"/>
            <a:ext cx="898071" cy="369332"/>
          </a:xfrm>
          <a:prstGeom prst="rect">
            <a:avLst/>
          </a:prstGeom>
          <a:noFill/>
        </p:spPr>
        <p:txBody>
          <a:bodyPr wrap="square" rtlCol="0">
            <a:spAutoFit/>
          </a:bodyPr>
          <a:lstStyle/>
          <a:p>
            <a:r>
              <a:rPr lang="en-US" dirty="0" smtClean="0"/>
              <a:t>Job 1</a:t>
            </a:r>
          </a:p>
        </p:txBody>
      </p:sp>
      <p:sp>
        <p:nvSpPr>
          <p:cNvPr id="9" name="TextBox 8"/>
          <p:cNvSpPr txBox="1"/>
          <p:nvPr/>
        </p:nvSpPr>
        <p:spPr>
          <a:xfrm>
            <a:off x="2960915" y="5900057"/>
            <a:ext cx="898071" cy="369332"/>
          </a:xfrm>
          <a:prstGeom prst="rect">
            <a:avLst/>
          </a:prstGeom>
          <a:noFill/>
        </p:spPr>
        <p:txBody>
          <a:bodyPr wrap="square" rtlCol="0">
            <a:spAutoFit/>
          </a:bodyPr>
          <a:lstStyle/>
          <a:p>
            <a:r>
              <a:rPr lang="en-US" dirty="0" smtClean="0"/>
              <a:t>Job 2</a:t>
            </a:r>
          </a:p>
        </p:txBody>
      </p:sp>
      <p:sp>
        <p:nvSpPr>
          <p:cNvPr id="10" name="Rectangle 9"/>
          <p:cNvSpPr/>
          <p:nvPr/>
        </p:nvSpPr>
        <p:spPr>
          <a:xfrm>
            <a:off x="6025242" y="2808515"/>
            <a:ext cx="1110343" cy="29718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6025243" y="3543300"/>
            <a:ext cx="1088479" cy="581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13" name="Straight Connector 12"/>
          <p:cNvCxnSpPr>
            <a:endCxn id="10" idx="3"/>
          </p:cNvCxnSpPr>
          <p:nvPr/>
        </p:nvCxnSpPr>
        <p:spPr>
          <a:xfrm>
            <a:off x="6014357" y="4283529"/>
            <a:ext cx="1121228" cy="10886"/>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14" name="Straight Connector 13"/>
          <p:cNvCxnSpPr/>
          <p:nvPr/>
        </p:nvCxnSpPr>
        <p:spPr>
          <a:xfrm>
            <a:off x="6030686" y="5067300"/>
            <a:ext cx="1083036" cy="646"/>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5" name="TextBox 14"/>
          <p:cNvSpPr txBox="1"/>
          <p:nvPr/>
        </p:nvSpPr>
        <p:spPr>
          <a:xfrm>
            <a:off x="6106886" y="3004457"/>
            <a:ext cx="1224642" cy="369332"/>
          </a:xfrm>
          <a:prstGeom prst="rect">
            <a:avLst/>
          </a:prstGeom>
          <a:noFill/>
        </p:spPr>
        <p:txBody>
          <a:bodyPr wrap="square" rtlCol="0">
            <a:spAutoFit/>
          </a:bodyPr>
          <a:lstStyle/>
          <a:p>
            <a:r>
              <a:rPr lang="en-US" dirty="0" smtClean="0"/>
              <a:t>Frame 0</a:t>
            </a:r>
          </a:p>
        </p:txBody>
      </p:sp>
      <p:sp>
        <p:nvSpPr>
          <p:cNvPr id="16" name="TextBox 15"/>
          <p:cNvSpPr txBox="1"/>
          <p:nvPr/>
        </p:nvSpPr>
        <p:spPr>
          <a:xfrm>
            <a:off x="6074229" y="3722914"/>
            <a:ext cx="1224642" cy="369332"/>
          </a:xfrm>
          <a:prstGeom prst="rect">
            <a:avLst/>
          </a:prstGeom>
          <a:noFill/>
        </p:spPr>
        <p:txBody>
          <a:bodyPr wrap="square" rtlCol="0">
            <a:spAutoFit/>
          </a:bodyPr>
          <a:lstStyle/>
          <a:p>
            <a:r>
              <a:rPr lang="en-US" dirty="0" smtClean="0"/>
              <a:t>Frame 1</a:t>
            </a:r>
          </a:p>
        </p:txBody>
      </p:sp>
      <p:sp>
        <p:nvSpPr>
          <p:cNvPr id="17" name="TextBox 16"/>
          <p:cNvSpPr txBox="1"/>
          <p:nvPr/>
        </p:nvSpPr>
        <p:spPr>
          <a:xfrm>
            <a:off x="6090558" y="4523014"/>
            <a:ext cx="1224642" cy="369332"/>
          </a:xfrm>
          <a:prstGeom prst="rect">
            <a:avLst/>
          </a:prstGeom>
          <a:noFill/>
        </p:spPr>
        <p:txBody>
          <a:bodyPr wrap="square" rtlCol="0">
            <a:spAutoFit/>
          </a:bodyPr>
          <a:lstStyle/>
          <a:p>
            <a:r>
              <a:rPr lang="en-US" dirty="0" smtClean="0"/>
              <a:t>Frame 2</a:t>
            </a:r>
          </a:p>
        </p:txBody>
      </p:sp>
      <p:sp>
        <p:nvSpPr>
          <p:cNvPr id="18" name="TextBox 17"/>
          <p:cNvSpPr txBox="1"/>
          <p:nvPr/>
        </p:nvSpPr>
        <p:spPr>
          <a:xfrm>
            <a:off x="6090557" y="5290457"/>
            <a:ext cx="1224642" cy="369332"/>
          </a:xfrm>
          <a:prstGeom prst="rect">
            <a:avLst/>
          </a:prstGeom>
          <a:noFill/>
        </p:spPr>
        <p:txBody>
          <a:bodyPr wrap="square" rtlCol="0">
            <a:spAutoFit/>
          </a:bodyPr>
          <a:lstStyle/>
          <a:p>
            <a:r>
              <a:rPr lang="en-US" dirty="0" smtClean="0"/>
              <a:t>Frame 3</a:t>
            </a:r>
          </a:p>
        </p:txBody>
      </p:sp>
      <p:cxnSp>
        <p:nvCxnSpPr>
          <p:cNvPr id="20" name="Straight Arrow Connector 19"/>
          <p:cNvCxnSpPr/>
          <p:nvPr/>
        </p:nvCxnSpPr>
        <p:spPr>
          <a:xfrm flipV="1">
            <a:off x="1992086" y="3200400"/>
            <a:ext cx="4065814" cy="293914"/>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cxnSp>
        <p:nvCxnSpPr>
          <p:cNvPr id="21" name="Straight Arrow Connector 20"/>
          <p:cNvCxnSpPr/>
          <p:nvPr/>
        </p:nvCxnSpPr>
        <p:spPr>
          <a:xfrm>
            <a:off x="1997528" y="3842657"/>
            <a:ext cx="4060372" cy="64923"/>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cxnSp>
        <p:nvCxnSpPr>
          <p:cNvPr id="23" name="Straight Arrow Connector 22"/>
          <p:cNvCxnSpPr/>
          <p:nvPr/>
        </p:nvCxnSpPr>
        <p:spPr>
          <a:xfrm flipV="1">
            <a:off x="3891644" y="4702629"/>
            <a:ext cx="2133599" cy="152400"/>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cxnSp>
        <p:nvCxnSpPr>
          <p:cNvPr id="25" name="Straight Arrow Connector 24"/>
          <p:cNvCxnSpPr/>
          <p:nvPr/>
        </p:nvCxnSpPr>
        <p:spPr>
          <a:xfrm>
            <a:off x="3913416" y="5170714"/>
            <a:ext cx="2128155" cy="201386"/>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sp>
        <p:nvSpPr>
          <p:cNvPr id="27" name="TextBox 26"/>
          <p:cNvSpPr txBox="1"/>
          <p:nvPr/>
        </p:nvSpPr>
        <p:spPr>
          <a:xfrm>
            <a:off x="5731329" y="5959929"/>
            <a:ext cx="1796142" cy="369332"/>
          </a:xfrm>
          <a:prstGeom prst="rect">
            <a:avLst/>
          </a:prstGeom>
          <a:noFill/>
        </p:spPr>
        <p:txBody>
          <a:bodyPr wrap="square" rtlCol="0">
            <a:spAutoFit/>
          </a:bodyPr>
          <a:lstStyle/>
          <a:p>
            <a:r>
              <a:rPr lang="en-US" dirty="0" smtClean="0"/>
              <a:t>      Memory</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122327" y="132735"/>
            <a:ext cx="8686800" cy="551433"/>
          </a:xfrm>
        </p:spPr>
        <p:txBody>
          <a:bodyPr lIns="90488" tIns="44450" rIns="90488" bIns="44450"/>
          <a:lstStyle/>
          <a:p>
            <a:pPr eaLnBrk="1" hangingPunct="1">
              <a:defRPr/>
            </a:pPr>
            <a:r>
              <a:rPr lang="en-US" dirty="0" smtClean="0">
                <a:solidFill>
                  <a:schemeClr val="tx1"/>
                </a:solidFill>
              </a:rPr>
              <a:t>Segmentation</a:t>
            </a:r>
          </a:p>
        </p:txBody>
      </p:sp>
      <p:sp>
        <p:nvSpPr>
          <p:cNvPr id="84995" name="Rectangle 3"/>
          <p:cNvSpPr>
            <a:spLocks noGrp="1" noChangeArrowheads="1"/>
          </p:cNvSpPr>
          <p:nvPr>
            <p:ph type="body" idx="4294967295"/>
          </p:nvPr>
        </p:nvSpPr>
        <p:spPr>
          <a:xfrm>
            <a:off x="176980" y="969653"/>
            <a:ext cx="3480619" cy="5344038"/>
          </a:xfrm>
        </p:spPr>
        <p:txBody>
          <a:bodyPr lIns="90488" tIns="44450" rIns="90488" bIns="44450">
            <a:normAutofit fontScale="92500" lnSpcReduction="20000"/>
          </a:bodyPr>
          <a:lstStyle/>
          <a:p>
            <a:pPr eaLnBrk="1" hangingPunct="1"/>
            <a:r>
              <a:rPr lang="en-US" sz="2400" dirty="0" smtClean="0">
                <a:solidFill>
                  <a:schemeClr val="tx1"/>
                </a:solidFill>
              </a:rPr>
              <a:t>Segment is a group of information </a:t>
            </a:r>
          </a:p>
          <a:p>
            <a:pPr eaLnBrk="1" hangingPunct="1"/>
            <a:r>
              <a:rPr lang="en-US" sz="2400" dirty="0" smtClean="0">
                <a:solidFill>
                  <a:schemeClr val="tx1"/>
                </a:solidFill>
              </a:rPr>
              <a:t>Segment is a logical entity</a:t>
            </a:r>
          </a:p>
          <a:p>
            <a:pPr eaLnBrk="1" hangingPunct="1"/>
            <a:r>
              <a:rPr lang="en-US" sz="2400" dirty="0" smtClean="0">
                <a:solidFill>
                  <a:schemeClr val="tx1"/>
                </a:solidFill>
              </a:rPr>
              <a:t>A </a:t>
            </a:r>
            <a:r>
              <a:rPr sz="2400" dirty="0" smtClean="0">
                <a:solidFill>
                  <a:schemeClr val="tx1"/>
                </a:solidFill>
              </a:rPr>
              <a:t>job</a:t>
            </a:r>
            <a:r>
              <a:rPr lang="en-US" sz="2400" dirty="0" smtClean="0">
                <a:solidFill>
                  <a:schemeClr val="tx1"/>
                </a:solidFill>
              </a:rPr>
              <a:t> is divided into segments of variable length</a:t>
            </a:r>
          </a:p>
          <a:p>
            <a:pPr lvl="1" eaLnBrk="1" hangingPunct="1"/>
            <a:r>
              <a:rPr lang="en-US" sz="2100" dirty="0" smtClean="0">
                <a:solidFill>
                  <a:schemeClr val="tx1"/>
                </a:solidFill>
              </a:rPr>
              <a:t> </a:t>
            </a:r>
            <a:r>
              <a:rPr sz="2100" dirty="0" err="1" smtClean="0">
                <a:solidFill>
                  <a:schemeClr val="tx1"/>
                </a:solidFill>
              </a:rPr>
              <a:t>E.q</a:t>
            </a:r>
            <a:r>
              <a:rPr sz="2100" dirty="0" smtClean="0">
                <a:solidFill>
                  <a:schemeClr val="tx1"/>
                </a:solidFill>
              </a:rPr>
              <a:t>. </a:t>
            </a:r>
            <a:r>
              <a:rPr sz="2100" dirty="0">
                <a:solidFill>
                  <a:schemeClr val="tx1"/>
                </a:solidFill>
              </a:rPr>
              <a:t>a</a:t>
            </a:r>
            <a:r>
              <a:rPr lang="en-US" sz="2100" dirty="0" smtClean="0">
                <a:solidFill>
                  <a:schemeClr val="tx1"/>
                </a:solidFill>
              </a:rPr>
              <a:t> program can consist of main function and one or more user defined functions referred by different names and are of varying length. One segment can correspond to main function or a user defined function.</a:t>
            </a:r>
          </a:p>
          <a:p>
            <a:pPr eaLnBrk="1" hangingPunct="1"/>
            <a:r>
              <a:rPr lang="en-US" sz="2400" dirty="0" smtClean="0">
                <a:solidFill>
                  <a:schemeClr val="tx1"/>
                </a:solidFill>
              </a:rPr>
              <a:t>Segmentation supports the user view of memory</a:t>
            </a:r>
          </a:p>
        </p:txBody>
      </p:sp>
      <p:graphicFrame>
        <p:nvGraphicFramePr>
          <p:cNvPr id="4" name="Table 3"/>
          <p:cNvGraphicFramePr>
            <a:graphicFrameLocks noGrp="1"/>
          </p:cNvGraphicFramePr>
          <p:nvPr/>
        </p:nvGraphicFramePr>
        <p:xfrm>
          <a:off x="3686567" y="1841810"/>
          <a:ext cx="1872342" cy="365760"/>
        </p:xfrm>
        <a:graphic>
          <a:graphicData uri="http://schemas.openxmlformats.org/drawingml/2006/table">
            <a:tbl>
              <a:tblPr firstRow="1" bandRow="1">
                <a:tableStyleId>{5C22544A-7EE6-4342-B048-85BDC9FD1C3A}</a:tableStyleId>
              </a:tblPr>
              <a:tblGrid>
                <a:gridCol w="936171"/>
                <a:gridCol w="936171"/>
              </a:tblGrid>
              <a:tr h="212272">
                <a:tc>
                  <a:txBody>
                    <a:bodyPr/>
                    <a:lstStyle/>
                    <a:p>
                      <a:r>
                        <a:rPr lang="en-US" dirty="0" smtClean="0"/>
                        <a:t>     </a:t>
                      </a:r>
                      <a:r>
                        <a:rPr lang="en-US" dirty="0" smtClean="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    </a:t>
                      </a:r>
                      <a:r>
                        <a:rPr lang="en-US" dirty="0" smtClean="0">
                          <a:solidFill>
                            <a:schemeClr val="tx1"/>
                          </a:solidFill>
                        </a:rPr>
                        <a:t>42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 name="TextBox 4"/>
          <p:cNvSpPr txBox="1"/>
          <p:nvPr/>
        </p:nvSpPr>
        <p:spPr>
          <a:xfrm>
            <a:off x="3845241" y="1379631"/>
            <a:ext cx="620486" cy="369332"/>
          </a:xfrm>
          <a:prstGeom prst="rect">
            <a:avLst/>
          </a:prstGeom>
          <a:noFill/>
        </p:spPr>
        <p:txBody>
          <a:bodyPr wrap="square" rtlCol="0">
            <a:spAutoFit/>
          </a:bodyPr>
          <a:lstStyle/>
          <a:p>
            <a:r>
              <a:rPr lang="en-US" dirty="0" smtClean="0"/>
              <a:t>  s</a:t>
            </a:r>
          </a:p>
        </p:txBody>
      </p:sp>
      <p:sp>
        <p:nvSpPr>
          <p:cNvPr id="6" name="TextBox 5"/>
          <p:cNvSpPr txBox="1"/>
          <p:nvPr/>
        </p:nvSpPr>
        <p:spPr>
          <a:xfrm>
            <a:off x="4751246" y="1417729"/>
            <a:ext cx="620486" cy="369332"/>
          </a:xfrm>
          <a:prstGeom prst="rect">
            <a:avLst/>
          </a:prstGeom>
          <a:noFill/>
        </p:spPr>
        <p:txBody>
          <a:bodyPr wrap="square" rtlCol="0">
            <a:spAutoFit/>
          </a:bodyPr>
          <a:lstStyle/>
          <a:p>
            <a:r>
              <a:rPr lang="en-US" dirty="0" smtClean="0">
                <a:solidFill>
                  <a:schemeClr val="tx1">
                    <a:lumMod val="50000"/>
                    <a:lumOff val="50000"/>
                  </a:schemeClr>
                </a:solidFill>
              </a:rPr>
              <a:t>  </a:t>
            </a:r>
            <a:r>
              <a:rPr lang="en-US" dirty="0" smtClean="0"/>
              <a:t>d</a:t>
            </a:r>
          </a:p>
        </p:txBody>
      </p:sp>
      <p:cxnSp>
        <p:nvCxnSpPr>
          <p:cNvPr id="7" name="Straight Connector 6"/>
          <p:cNvCxnSpPr/>
          <p:nvPr/>
        </p:nvCxnSpPr>
        <p:spPr>
          <a:xfrm rot="16200000" flipV="1">
            <a:off x="4831791" y="1290043"/>
            <a:ext cx="350262" cy="1931"/>
          </a:xfrm>
          <a:prstGeom prst="line">
            <a:avLst/>
          </a:prstGeom>
          <a:ln>
            <a:solidFill>
              <a:schemeClr val="tx1"/>
            </a:solidFill>
          </a:ln>
        </p:spPr>
        <p:style>
          <a:lnRef idx="1">
            <a:schemeClr val="accent3"/>
          </a:lnRef>
          <a:fillRef idx="0">
            <a:schemeClr val="accent3"/>
          </a:fillRef>
          <a:effectRef idx="0">
            <a:schemeClr val="accent3"/>
          </a:effectRef>
          <a:fontRef idx="minor">
            <a:schemeClr val="tx1"/>
          </a:fontRef>
        </p:style>
      </p:cxnSp>
      <p:cxnSp>
        <p:nvCxnSpPr>
          <p:cNvPr id="8" name="Straight Connector 7"/>
          <p:cNvCxnSpPr/>
          <p:nvPr/>
        </p:nvCxnSpPr>
        <p:spPr>
          <a:xfrm>
            <a:off x="5005953" y="1131376"/>
            <a:ext cx="2076773" cy="1"/>
          </a:xfrm>
          <a:prstGeom prst="line">
            <a:avLst/>
          </a:prstGeom>
          <a:ln>
            <a:solidFill>
              <a:schemeClr val="tx1"/>
            </a:solidFill>
          </a:ln>
        </p:spPr>
        <p:style>
          <a:lnRef idx="1">
            <a:schemeClr val="accent3"/>
          </a:lnRef>
          <a:fillRef idx="0">
            <a:schemeClr val="accent3"/>
          </a:fillRef>
          <a:effectRef idx="0">
            <a:schemeClr val="accent3"/>
          </a:effectRef>
          <a:fontRef idx="minor">
            <a:schemeClr val="tx1"/>
          </a:fontRef>
        </p:style>
      </p:cxnSp>
      <p:graphicFrame>
        <p:nvGraphicFramePr>
          <p:cNvPr id="9" name="Table 8"/>
          <p:cNvGraphicFramePr>
            <a:graphicFrameLocks noGrp="1"/>
          </p:cNvGraphicFramePr>
          <p:nvPr/>
        </p:nvGraphicFramePr>
        <p:xfrm>
          <a:off x="4679657" y="3178475"/>
          <a:ext cx="1567543" cy="1511436"/>
        </p:xfrm>
        <a:graphic>
          <a:graphicData uri="http://schemas.openxmlformats.org/drawingml/2006/table">
            <a:tbl>
              <a:tblPr firstRow="1" bandRow="1">
                <a:tableStyleId>{5C22544A-7EE6-4342-B048-85BDC9FD1C3A}</a:tableStyleId>
              </a:tblPr>
              <a:tblGrid>
                <a:gridCol w="734786"/>
                <a:gridCol w="832757"/>
              </a:tblGrid>
              <a:tr h="503812">
                <a:tc>
                  <a:txBody>
                    <a:bodyPr/>
                    <a:lstStyle/>
                    <a:p>
                      <a:pPr marL="0" algn="l" defTabSz="457200" rtl="0" eaLnBrk="1" latinLnBrk="0" hangingPunct="1"/>
                      <a:r>
                        <a:rPr lang="en-US" sz="1800" b="1" kern="1200" dirty="0" smtClean="0">
                          <a:solidFill>
                            <a:schemeClr val="tx1"/>
                          </a:solidFill>
                          <a:latin typeface="+mn-lt"/>
                          <a:ea typeface="+mn-ea"/>
                          <a:cs typeface="+mn-cs"/>
                        </a:rPr>
                        <a:t>1024</a:t>
                      </a:r>
                      <a:r>
                        <a:rPr lang="en-US" sz="1800" b="1" kern="1200" baseline="0" dirty="0" smtClean="0">
                          <a:solidFill>
                            <a:schemeClr val="tx1"/>
                          </a:solidFill>
                          <a:latin typeface="+mn-lt"/>
                          <a:ea typeface="+mn-ea"/>
                          <a:cs typeface="+mn-cs"/>
                        </a:rPr>
                        <a:t> </a:t>
                      </a:r>
                      <a:endParaRPr lang="en-US" sz="18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457200" rtl="0" eaLnBrk="1" latinLnBrk="0" hangingPunct="1"/>
                      <a:r>
                        <a:rPr lang="en-US" sz="1800" b="1" kern="1200" dirty="0" smtClean="0">
                          <a:solidFill>
                            <a:schemeClr val="tx1"/>
                          </a:solidFill>
                          <a:latin typeface="+mn-lt"/>
                          <a:ea typeface="+mn-ea"/>
                          <a:cs typeface="+mn-cs"/>
                        </a:rPr>
                        <a:t>14240</a:t>
                      </a:r>
                      <a:endParaRPr lang="en-US" sz="1800" b="1" kern="1200" dirty="0" smtClean="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3812">
                <a:tc>
                  <a:txBody>
                    <a:bodyPr/>
                    <a:lstStyle/>
                    <a:p>
                      <a:pPr marL="0" algn="l" defTabSz="457200" rtl="0" eaLnBrk="1" latinLnBrk="0" hangingPunct="1"/>
                      <a:r>
                        <a:rPr lang="en-US" sz="1800" b="1" kern="1200" dirty="0" smtClean="0">
                          <a:solidFill>
                            <a:schemeClr val="tx1"/>
                          </a:solidFill>
                          <a:latin typeface="+mn-lt"/>
                          <a:ea typeface="+mn-ea"/>
                          <a:cs typeface="+mn-cs"/>
                        </a:rPr>
                        <a:t>4096</a:t>
                      </a:r>
                      <a:endParaRPr lang="en-US" sz="1800" b="1" kern="1200" dirty="0" smtClean="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457200" rtl="0" eaLnBrk="1" latinLnBrk="0" hangingPunct="1"/>
                      <a:r>
                        <a:rPr lang="en-US" sz="1800" b="1" kern="1200" dirty="0" smtClean="0">
                          <a:solidFill>
                            <a:schemeClr val="lt1"/>
                          </a:solidFill>
                          <a:latin typeface="+mn-lt"/>
                          <a:ea typeface="+mn-ea"/>
                          <a:cs typeface="+mn-cs"/>
                        </a:rPr>
                        <a:t> </a:t>
                      </a:r>
                      <a:r>
                        <a:rPr lang="en-US" sz="1800" b="1" kern="1200" dirty="0" smtClean="0">
                          <a:solidFill>
                            <a:schemeClr val="tx1"/>
                          </a:solidFill>
                          <a:latin typeface="+mn-lt"/>
                          <a:ea typeface="+mn-ea"/>
                          <a:cs typeface="+mn-cs"/>
                        </a:rPr>
                        <a:t>2048</a:t>
                      </a:r>
                      <a:r>
                        <a:rPr lang="en-US" sz="1800" b="1" kern="1200" dirty="0" smtClean="0">
                          <a:solidFill>
                            <a:schemeClr val="lt1"/>
                          </a:solidFill>
                          <a:latin typeface="+mn-lt"/>
                          <a:ea typeface="+mn-ea"/>
                          <a:cs typeface="+mn-cs"/>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503812">
                <a:tc>
                  <a:txBody>
                    <a:bodyPr/>
                    <a:lstStyle/>
                    <a:p>
                      <a:pPr marL="0" algn="l" defTabSz="457200" rtl="0" eaLnBrk="1" latinLnBrk="0" hangingPunct="1"/>
                      <a:r>
                        <a:rPr lang="en-US" sz="1800" b="1" kern="1200" dirty="0" smtClean="0">
                          <a:solidFill>
                            <a:schemeClr val="tx1"/>
                          </a:solidFill>
                          <a:latin typeface="+mn-lt"/>
                          <a:ea typeface="+mn-ea"/>
                          <a:cs typeface="+mn-cs"/>
                        </a:rPr>
                        <a:t>6144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457200" rtl="0" eaLnBrk="1" latinLnBrk="0" hangingPunct="1"/>
                      <a:r>
                        <a:rPr lang="en-US" sz="1800" b="1" kern="1200" dirty="0" smtClean="0">
                          <a:solidFill>
                            <a:schemeClr val="tx1"/>
                          </a:solidFill>
                          <a:latin typeface="+mn-lt"/>
                          <a:ea typeface="+mn-ea"/>
                          <a:cs typeface="+mn-cs"/>
                        </a:rPr>
                        <a:t>20420</a:t>
                      </a:r>
                      <a:endParaRPr lang="en-US" sz="1800" b="1" kern="1200" dirty="0" smtClean="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cxnSp>
        <p:nvCxnSpPr>
          <p:cNvPr id="10" name="Straight Connector 9"/>
          <p:cNvCxnSpPr/>
          <p:nvPr/>
        </p:nvCxnSpPr>
        <p:spPr>
          <a:xfrm rot="16200000" flipH="1">
            <a:off x="3193761" y="3085274"/>
            <a:ext cx="1782033" cy="13552"/>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11" name="Straight Arrow Connector 10"/>
          <p:cNvCxnSpPr/>
          <p:nvPr/>
        </p:nvCxnSpPr>
        <p:spPr>
          <a:xfrm flipV="1">
            <a:off x="4076330" y="3936571"/>
            <a:ext cx="294193" cy="34599"/>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sp>
        <p:nvSpPr>
          <p:cNvPr id="12" name="TextBox 11"/>
          <p:cNvSpPr txBox="1"/>
          <p:nvPr/>
        </p:nvSpPr>
        <p:spPr>
          <a:xfrm>
            <a:off x="4582517" y="4870892"/>
            <a:ext cx="1828801" cy="369332"/>
          </a:xfrm>
          <a:prstGeom prst="rect">
            <a:avLst/>
          </a:prstGeom>
          <a:noFill/>
        </p:spPr>
        <p:txBody>
          <a:bodyPr wrap="square" rtlCol="0">
            <a:spAutoFit/>
          </a:bodyPr>
          <a:lstStyle/>
          <a:p>
            <a:r>
              <a:rPr lang="en-US" dirty="0" smtClean="0"/>
              <a:t>Segment Table</a:t>
            </a:r>
          </a:p>
        </p:txBody>
      </p:sp>
      <p:sp>
        <p:nvSpPr>
          <p:cNvPr id="13" name="Oval 12"/>
          <p:cNvSpPr/>
          <p:nvPr/>
        </p:nvSpPr>
        <p:spPr>
          <a:xfrm>
            <a:off x="6819253" y="3642102"/>
            <a:ext cx="433954" cy="46495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3"/>
          <p:cNvSpPr txBox="1"/>
          <p:nvPr/>
        </p:nvSpPr>
        <p:spPr>
          <a:xfrm>
            <a:off x="7156619" y="3314700"/>
            <a:ext cx="767443" cy="369332"/>
          </a:xfrm>
          <a:prstGeom prst="rect">
            <a:avLst/>
          </a:prstGeom>
          <a:noFill/>
        </p:spPr>
        <p:txBody>
          <a:bodyPr wrap="square" rtlCol="0">
            <a:spAutoFit/>
          </a:bodyPr>
          <a:lstStyle/>
          <a:p>
            <a:r>
              <a:rPr lang="en-US" dirty="0" smtClean="0"/>
              <a:t> 2048</a:t>
            </a:r>
          </a:p>
        </p:txBody>
      </p:sp>
      <p:sp>
        <p:nvSpPr>
          <p:cNvPr id="15" name="TextBox 14"/>
          <p:cNvSpPr txBox="1"/>
          <p:nvPr/>
        </p:nvSpPr>
        <p:spPr>
          <a:xfrm>
            <a:off x="7195550" y="3860645"/>
            <a:ext cx="767443" cy="369332"/>
          </a:xfrm>
          <a:prstGeom prst="rect">
            <a:avLst/>
          </a:prstGeom>
          <a:noFill/>
        </p:spPr>
        <p:txBody>
          <a:bodyPr wrap="square" rtlCol="0">
            <a:spAutoFit/>
          </a:bodyPr>
          <a:lstStyle/>
          <a:p>
            <a:r>
              <a:rPr lang="en-US" dirty="0" smtClean="0"/>
              <a:t>2090</a:t>
            </a:r>
          </a:p>
        </p:txBody>
      </p:sp>
      <p:sp>
        <p:nvSpPr>
          <p:cNvPr id="16" name="Rectangle 15"/>
          <p:cNvSpPr/>
          <p:nvPr/>
        </p:nvSpPr>
        <p:spPr>
          <a:xfrm>
            <a:off x="7813913" y="1780645"/>
            <a:ext cx="1110343" cy="413112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p:cNvSpPr txBox="1"/>
          <p:nvPr/>
        </p:nvSpPr>
        <p:spPr>
          <a:xfrm>
            <a:off x="7396843" y="6129025"/>
            <a:ext cx="1747157" cy="369332"/>
          </a:xfrm>
          <a:prstGeom prst="rect">
            <a:avLst/>
          </a:prstGeom>
          <a:noFill/>
        </p:spPr>
        <p:txBody>
          <a:bodyPr wrap="square" rtlCol="0">
            <a:spAutoFit/>
          </a:bodyPr>
          <a:lstStyle/>
          <a:p>
            <a:r>
              <a:rPr lang="en-US" dirty="0" smtClean="0"/>
              <a:t>      Memory</a:t>
            </a:r>
          </a:p>
        </p:txBody>
      </p:sp>
      <p:sp>
        <p:nvSpPr>
          <p:cNvPr id="18" name="TextBox 17"/>
          <p:cNvSpPr txBox="1"/>
          <p:nvPr/>
        </p:nvSpPr>
        <p:spPr>
          <a:xfrm>
            <a:off x="4662498" y="2600394"/>
            <a:ext cx="767443" cy="523220"/>
          </a:xfrm>
          <a:prstGeom prst="rect">
            <a:avLst/>
          </a:prstGeom>
          <a:noFill/>
        </p:spPr>
        <p:txBody>
          <a:bodyPr wrap="square" rtlCol="0">
            <a:spAutoFit/>
          </a:bodyPr>
          <a:lstStyle/>
          <a:p>
            <a:r>
              <a:rPr lang="en-US" sz="1400" dirty="0" smtClean="0"/>
              <a:t>Length</a:t>
            </a:r>
          </a:p>
          <a:p>
            <a:r>
              <a:rPr lang="en-US" sz="1400" dirty="0" smtClean="0"/>
              <a:t>(Bytes)</a:t>
            </a:r>
          </a:p>
        </p:txBody>
      </p:sp>
      <p:sp>
        <p:nvSpPr>
          <p:cNvPr id="19" name="TextBox 18"/>
          <p:cNvSpPr txBox="1"/>
          <p:nvPr/>
        </p:nvSpPr>
        <p:spPr>
          <a:xfrm>
            <a:off x="5333631" y="2774196"/>
            <a:ext cx="1240789" cy="307777"/>
          </a:xfrm>
          <a:prstGeom prst="rect">
            <a:avLst/>
          </a:prstGeom>
          <a:noFill/>
        </p:spPr>
        <p:txBody>
          <a:bodyPr wrap="square" rtlCol="0">
            <a:spAutoFit/>
          </a:bodyPr>
          <a:lstStyle/>
          <a:p>
            <a:r>
              <a:rPr lang="en-US" sz="1400" dirty="0" smtClean="0"/>
              <a:t>Byte Address</a:t>
            </a:r>
            <a:endParaRPr lang="en-US" sz="1400" dirty="0" smtClean="0">
              <a:solidFill>
                <a:schemeClr val="tx1">
                  <a:lumMod val="50000"/>
                  <a:lumOff val="50000"/>
                </a:schemeClr>
              </a:solidFill>
            </a:endParaRPr>
          </a:p>
        </p:txBody>
      </p:sp>
      <p:cxnSp>
        <p:nvCxnSpPr>
          <p:cNvPr id="20" name="Straight Arrow Connector 19"/>
          <p:cNvCxnSpPr>
            <a:endCxn id="13" idx="2"/>
          </p:cNvCxnSpPr>
          <p:nvPr/>
        </p:nvCxnSpPr>
        <p:spPr>
          <a:xfrm>
            <a:off x="6230319" y="3874576"/>
            <a:ext cx="588934" cy="1"/>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sp>
        <p:nvSpPr>
          <p:cNvPr id="21" name="TextBox 20"/>
          <p:cNvSpPr txBox="1"/>
          <p:nvPr/>
        </p:nvSpPr>
        <p:spPr>
          <a:xfrm>
            <a:off x="6485212" y="2247254"/>
            <a:ext cx="636814" cy="374590"/>
          </a:xfrm>
          <a:prstGeom prst="rect">
            <a:avLst/>
          </a:prstGeom>
          <a:noFill/>
        </p:spPr>
        <p:txBody>
          <a:bodyPr wrap="square" rtlCol="0">
            <a:spAutoFit/>
          </a:bodyPr>
          <a:lstStyle/>
          <a:p>
            <a:r>
              <a:rPr lang="en-US" dirty="0" smtClean="0">
                <a:solidFill>
                  <a:schemeClr val="tx1">
                    <a:lumMod val="50000"/>
                    <a:lumOff val="50000"/>
                  </a:schemeClr>
                </a:solidFill>
              </a:rPr>
              <a:t>   </a:t>
            </a:r>
            <a:r>
              <a:rPr lang="en-US" dirty="0" smtClean="0"/>
              <a:t>42</a:t>
            </a:r>
          </a:p>
        </p:txBody>
      </p:sp>
      <p:sp>
        <p:nvSpPr>
          <p:cNvPr id="22" name="TextBox 21"/>
          <p:cNvSpPr txBox="1"/>
          <p:nvPr/>
        </p:nvSpPr>
        <p:spPr>
          <a:xfrm>
            <a:off x="6202090" y="3528633"/>
            <a:ext cx="783771" cy="369332"/>
          </a:xfrm>
          <a:prstGeom prst="rect">
            <a:avLst/>
          </a:prstGeom>
          <a:noFill/>
        </p:spPr>
        <p:txBody>
          <a:bodyPr wrap="square" rtlCol="0">
            <a:spAutoFit/>
          </a:bodyPr>
          <a:lstStyle/>
          <a:p>
            <a:r>
              <a:rPr lang="en-US" dirty="0" smtClean="0"/>
              <a:t>2048</a:t>
            </a:r>
          </a:p>
        </p:txBody>
      </p:sp>
      <p:cxnSp>
        <p:nvCxnSpPr>
          <p:cNvPr id="23" name="Straight Arrow Connector 22"/>
          <p:cNvCxnSpPr/>
          <p:nvPr/>
        </p:nvCxnSpPr>
        <p:spPr>
          <a:xfrm flipV="1">
            <a:off x="7268705" y="3842197"/>
            <a:ext cx="545210" cy="1383"/>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cxnSp>
        <p:nvCxnSpPr>
          <p:cNvPr id="24" name="Straight Arrow Connector 23"/>
          <p:cNvCxnSpPr/>
          <p:nvPr/>
        </p:nvCxnSpPr>
        <p:spPr>
          <a:xfrm rot="5400000">
            <a:off x="5796192" y="2347856"/>
            <a:ext cx="2513807" cy="49780"/>
          </a:xfrm>
          <a:prstGeom prst="straightConnector1">
            <a:avLst/>
          </a:prstGeom>
          <a:ln>
            <a:solidFill>
              <a:schemeClr val="tx1"/>
            </a:solidFill>
            <a:tailEnd type="arrow"/>
          </a:ln>
        </p:spPr>
        <p:style>
          <a:lnRef idx="1">
            <a:schemeClr val="accent6"/>
          </a:lnRef>
          <a:fillRef idx="0">
            <a:schemeClr val="accent6"/>
          </a:fillRef>
          <a:effectRef idx="0">
            <a:schemeClr val="accent6"/>
          </a:effectRef>
          <a:fontRef idx="minor">
            <a:schemeClr val="tx1"/>
          </a:fontRef>
        </p:style>
      </p:cxnSp>
      <p:sp>
        <p:nvSpPr>
          <p:cNvPr id="26" name="TextBox 25"/>
          <p:cNvSpPr txBox="1"/>
          <p:nvPr/>
        </p:nvSpPr>
        <p:spPr>
          <a:xfrm>
            <a:off x="6834752" y="3543299"/>
            <a:ext cx="342068" cy="646331"/>
          </a:xfrm>
          <a:prstGeom prst="rect">
            <a:avLst/>
          </a:prstGeom>
          <a:noFill/>
        </p:spPr>
        <p:txBody>
          <a:bodyPr wrap="square" rtlCol="0">
            <a:spAutoFit/>
          </a:bodyPr>
          <a:lstStyle/>
          <a:p>
            <a:r>
              <a:rPr lang="en-US" sz="3600" dirty="0" smtClean="0"/>
              <a:t>+</a:t>
            </a:r>
          </a:p>
        </p:txBody>
      </p:sp>
      <p:cxnSp>
        <p:nvCxnSpPr>
          <p:cNvPr id="27" name="Straight Connector 26"/>
          <p:cNvCxnSpPr/>
          <p:nvPr/>
        </p:nvCxnSpPr>
        <p:spPr>
          <a:xfrm flipV="1">
            <a:off x="7830242" y="2597062"/>
            <a:ext cx="1110343" cy="16328"/>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28" name="Straight Connector 27"/>
          <p:cNvCxnSpPr/>
          <p:nvPr/>
        </p:nvCxnSpPr>
        <p:spPr>
          <a:xfrm flipV="1">
            <a:off x="7826644" y="3484253"/>
            <a:ext cx="1119384" cy="1836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29" name="Straight Connector 28"/>
          <p:cNvCxnSpPr/>
          <p:nvPr/>
        </p:nvCxnSpPr>
        <p:spPr>
          <a:xfrm flipV="1">
            <a:off x="7795647" y="4480304"/>
            <a:ext cx="1150381" cy="29703"/>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30" name="TextBox 29"/>
          <p:cNvSpPr txBox="1"/>
          <p:nvPr/>
        </p:nvSpPr>
        <p:spPr>
          <a:xfrm>
            <a:off x="7944543" y="4556502"/>
            <a:ext cx="881743" cy="830997"/>
          </a:xfrm>
          <a:prstGeom prst="rect">
            <a:avLst/>
          </a:prstGeom>
          <a:noFill/>
        </p:spPr>
        <p:txBody>
          <a:bodyPr wrap="square" rtlCol="0">
            <a:spAutoFit/>
          </a:bodyPr>
          <a:lstStyle/>
          <a:p>
            <a:r>
              <a:rPr lang="en-US" sz="4800" dirty="0" smtClean="0"/>
              <a:t>…</a:t>
            </a:r>
          </a:p>
        </p:txBody>
      </p:sp>
      <p:sp>
        <p:nvSpPr>
          <p:cNvPr id="78" name="TextBox 77"/>
          <p:cNvSpPr txBox="1"/>
          <p:nvPr/>
        </p:nvSpPr>
        <p:spPr>
          <a:xfrm>
            <a:off x="4320429" y="3192650"/>
            <a:ext cx="587828" cy="1477328"/>
          </a:xfrm>
          <a:prstGeom prst="rect">
            <a:avLst/>
          </a:prstGeom>
          <a:noFill/>
        </p:spPr>
        <p:txBody>
          <a:bodyPr wrap="square" rtlCol="0">
            <a:spAutoFit/>
          </a:bodyPr>
          <a:lstStyle/>
          <a:p>
            <a:r>
              <a:rPr lang="en-US" dirty="0" smtClean="0"/>
              <a:t>0</a:t>
            </a:r>
          </a:p>
          <a:p>
            <a:endParaRPr lang="en-US" dirty="0" smtClean="0"/>
          </a:p>
          <a:p>
            <a:r>
              <a:rPr lang="en-US" dirty="0" smtClean="0"/>
              <a:t>1</a:t>
            </a:r>
          </a:p>
          <a:p>
            <a:endParaRPr lang="en-US" dirty="0" smtClean="0"/>
          </a:p>
          <a:p>
            <a:r>
              <a:rPr lang="en-US" dirty="0" smtClean="0"/>
              <a:t>2</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632" y="6534150"/>
            <a:ext cx="773723" cy="476250"/>
          </a:xfrm>
          <a:prstGeom prst="rect">
            <a:avLst/>
          </a:prstGeom>
        </p:spPr>
        <p:txBody>
          <a:bodyPr/>
          <a:lstStyle/>
          <a:p>
            <a:pPr algn="ctr" rtl="0" fontAlgn="base">
              <a:spcBef>
                <a:spcPct val="0"/>
              </a:spcBef>
              <a:spcAft>
                <a:spcPct val="0"/>
              </a:spcAft>
              <a:defRPr/>
            </a:pPr>
            <a:fld id="{536DC6B6-C5C1-4D80-A040-62FB373E7D51}" type="slidenum">
              <a:rPr lang="en-US" sz="1200" b="1" kern="1200">
                <a:solidFill>
                  <a:srgbClr val="FFFFFF"/>
                </a:solidFill>
                <a:latin typeface="Arial"/>
                <a:ea typeface="+mn-ea"/>
                <a:cs typeface="Arial" charset="0"/>
              </a:rPr>
              <a:pPr algn="ctr" rtl="0" fontAlgn="base">
                <a:spcBef>
                  <a:spcPct val="0"/>
                </a:spcBef>
                <a:spcAft>
                  <a:spcPct val="0"/>
                </a:spcAft>
                <a:defRPr/>
              </a:pPr>
              <a:t>21</a:t>
            </a:fld>
            <a:endParaRPr lang="en-US" sz="1200" b="1" kern="1200">
              <a:solidFill>
                <a:srgbClr val="FFFFFF"/>
              </a:solidFill>
              <a:latin typeface="Arial"/>
              <a:ea typeface="+mn-ea"/>
              <a:cs typeface="Arial" charset="0"/>
            </a:endParaRPr>
          </a:p>
        </p:txBody>
      </p:sp>
      <p:sp>
        <p:nvSpPr>
          <p:cNvPr id="48130" name="Title 1"/>
          <p:cNvSpPr>
            <a:spLocks noGrp="1"/>
          </p:cNvSpPr>
          <p:nvPr>
            <p:ph type="title"/>
          </p:nvPr>
        </p:nvSpPr>
        <p:spPr>
          <a:xfrm>
            <a:off x="217011" y="124591"/>
            <a:ext cx="8229600" cy="553998"/>
          </a:xfrm>
        </p:spPr>
        <p:txBody>
          <a:bodyPr lIns="0"/>
          <a:lstStyle/>
          <a:p>
            <a:pPr eaLnBrk="1" hangingPunct="1">
              <a:defRPr/>
            </a:pPr>
            <a:r>
              <a:rPr dirty="0" smtClean="0"/>
              <a:t>Quiz</a:t>
            </a:r>
            <a:endParaRPr lang="en-US" dirty="0" smtClean="0"/>
          </a:p>
        </p:txBody>
      </p:sp>
      <p:sp>
        <p:nvSpPr>
          <p:cNvPr id="112643" name="Content Placeholder 2"/>
          <p:cNvSpPr>
            <a:spLocks noGrp="1"/>
          </p:cNvSpPr>
          <p:nvPr>
            <p:ph type="body" idx="1"/>
          </p:nvPr>
        </p:nvSpPr>
        <p:spPr>
          <a:xfrm>
            <a:off x="485967" y="972222"/>
            <a:ext cx="8229600" cy="5168900"/>
          </a:xfrm>
        </p:spPr>
        <p:txBody>
          <a:bodyPr lIns="0" tIns="0">
            <a:normAutofit/>
          </a:bodyPr>
          <a:lstStyle/>
          <a:p>
            <a:pPr eaLnBrk="1" hangingPunct="1"/>
            <a:endParaRPr lang="en-US" sz="1200" dirty="0" smtClean="0">
              <a:solidFill>
                <a:schemeClr val="tx1"/>
              </a:solidFill>
            </a:endParaRPr>
          </a:p>
          <a:p>
            <a:pPr marL="457200" lvl="0" indent="-457200" algn="just">
              <a:buFont typeface="+mj-lt"/>
              <a:buAutoNum type="arabicPeriod"/>
            </a:pPr>
            <a:r>
              <a:rPr dirty="0" err="1" smtClean="0">
                <a:solidFill>
                  <a:schemeClr val="tx1"/>
                </a:solidFill>
              </a:rPr>
              <a:t>MMU</a:t>
            </a:r>
            <a:r>
              <a:rPr dirty="0" smtClean="0">
                <a:solidFill>
                  <a:schemeClr val="tx1"/>
                </a:solidFill>
              </a:rPr>
              <a:t> is a part of OS (True/ False)</a:t>
            </a:r>
          </a:p>
          <a:p>
            <a:pPr marL="457200" lvl="0" indent="-457200" algn="just">
              <a:buFont typeface="+mj-lt"/>
              <a:buAutoNum type="arabicPeriod"/>
            </a:pPr>
            <a:r>
              <a:rPr dirty="0" smtClean="0">
                <a:solidFill>
                  <a:schemeClr val="tx1"/>
                </a:solidFill>
              </a:rPr>
              <a:t>Segmentation supports physical view of memory (</a:t>
            </a:r>
            <a:r>
              <a:rPr dirty="0">
                <a:solidFill>
                  <a:schemeClr val="tx1"/>
                </a:solidFill>
              </a:rPr>
              <a:t>True</a:t>
            </a:r>
            <a:r>
              <a:rPr dirty="0" smtClean="0">
                <a:solidFill>
                  <a:schemeClr val="tx1"/>
                </a:solidFill>
              </a:rPr>
              <a:t>/ False)</a:t>
            </a:r>
          </a:p>
          <a:p>
            <a:pPr marL="457200" indent="-457200" algn="just">
              <a:buFont typeface="+mj-lt"/>
              <a:buAutoNum type="arabicPeriod"/>
            </a:pPr>
            <a:r>
              <a:rPr dirty="0" smtClean="0">
                <a:solidFill>
                  <a:schemeClr val="tx1"/>
                </a:solidFill>
                <a:latin typeface="Arial" charset="0"/>
              </a:rPr>
              <a:t>In simple paged allocation, all </a:t>
            </a:r>
            <a:r>
              <a:rPr dirty="0">
                <a:solidFill>
                  <a:schemeClr val="tx1"/>
                </a:solidFill>
                <a:latin typeface="Arial" charset="0"/>
              </a:rPr>
              <a:t>the pages of a job must be present in </a:t>
            </a:r>
            <a:r>
              <a:rPr dirty="0" smtClean="0">
                <a:solidFill>
                  <a:schemeClr val="tx1"/>
                </a:solidFill>
                <a:latin typeface="Arial" charset="0"/>
              </a:rPr>
              <a:t>memory in contiguous memory locations </a:t>
            </a:r>
            <a:r>
              <a:rPr dirty="0">
                <a:solidFill>
                  <a:schemeClr val="tx1"/>
                </a:solidFill>
              </a:rPr>
              <a:t>(True</a:t>
            </a:r>
            <a:r>
              <a:rPr dirty="0" smtClean="0">
                <a:solidFill>
                  <a:schemeClr val="tx1"/>
                </a:solidFill>
              </a:rPr>
              <a:t>/ False)</a:t>
            </a:r>
          </a:p>
          <a:p>
            <a:pPr marL="457200" indent="-457200" algn="just">
              <a:buFont typeface="+mj-lt"/>
              <a:buAutoNum type="arabicPeriod"/>
            </a:pPr>
            <a:r>
              <a:rPr dirty="0" smtClean="0">
                <a:solidFill>
                  <a:schemeClr val="tx1"/>
                </a:solidFill>
                <a:latin typeface="Arial" charset="0"/>
              </a:rPr>
              <a:t>Segment is a physical entity </a:t>
            </a:r>
            <a:r>
              <a:rPr dirty="0">
                <a:solidFill>
                  <a:schemeClr val="tx1"/>
                </a:solidFill>
              </a:rPr>
              <a:t>(True</a:t>
            </a:r>
            <a:r>
              <a:rPr dirty="0" smtClean="0">
                <a:solidFill>
                  <a:schemeClr val="tx1"/>
                </a:solidFill>
              </a:rPr>
              <a:t>/ False)</a:t>
            </a:r>
          </a:p>
          <a:p>
            <a:pPr marL="457200" lvl="0" indent="-457200">
              <a:buFont typeface="+mj-lt"/>
              <a:buAutoNum type="arabicPeriod"/>
            </a:pPr>
            <a:endParaRPr dirty="0"/>
          </a:p>
          <a:p>
            <a:endParaRPr sz="2400" dirty="0"/>
          </a:p>
          <a:p>
            <a:pPr eaLnBrk="1" hangingPunct="1">
              <a:buNone/>
            </a:pPr>
            <a:endParaRPr lang="en-US" sz="2400" dirty="0" smtClean="0"/>
          </a:p>
          <a:p>
            <a:pPr eaLnBrk="1" hangingPunct="1"/>
            <a:endParaRPr lang="en-US" sz="2400" dirty="0" smtClean="0"/>
          </a:p>
          <a:p>
            <a:pPr eaLnBrk="1" hangingPunct="1">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dirty="0">
                <a:solidFill>
                  <a:schemeClr val="tx1"/>
                </a:solidFill>
              </a:rPr>
              <a:t>Process Management</a:t>
            </a:r>
            <a:endParaRPr lang="en-US" dirty="0">
              <a:solidFill>
                <a:schemeClr val="tx1"/>
              </a:solidFill>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631" y="6534150"/>
            <a:ext cx="773723" cy="476250"/>
          </a:xfrm>
          <a:prstGeom prst="rect">
            <a:avLst/>
          </a:prstGeom>
        </p:spPr>
        <p:txBody>
          <a:bodyPr/>
          <a:lstStyle/>
          <a:p>
            <a:pPr algn="ctr" rtl="0" fontAlgn="base">
              <a:spcBef>
                <a:spcPct val="0"/>
              </a:spcBef>
              <a:spcAft>
                <a:spcPct val="0"/>
              </a:spcAft>
              <a:defRPr/>
            </a:pPr>
            <a:fld id="{D6D0924A-B9CD-489E-864F-26E5E334D047}" type="slidenum">
              <a:rPr lang="en-US" sz="1200" b="1" kern="1200">
                <a:solidFill>
                  <a:srgbClr val="FFFFFF"/>
                </a:solidFill>
                <a:latin typeface="Arial"/>
                <a:ea typeface="+mn-ea"/>
                <a:cs typeface="Arial" charset="0"/>
              </a:rPr>
              <a:pPr algn="ctr" rtl="0" fontAlgn="base">
                <a:spcBef>
                  <a:spcPct val="0"/>
                </a:spcBef>
                <a:spcAft>
                  <a:spcPct val="0"/>
                </a:spcAft>
                <a:defRPr/>
              </a:pPr>
              <a:t>23</a:t>
            </a:fld>
            <a:endParaRPr lang="en-US" sz="1200" b="1" kern="1200" dirty="0">
              <a:solidFill>
                <a:srgbClr val="FFFFFF"/>
              </a:solidFill>
              <a:latin typeface="Arial"/>
              <a:ea typeface="+mn-ea"/>
              <a:cs typeface="Arial" charset="0"/>
            </a:endParaRPr>
          </a:p>
        </p:txBody>
      </p:sp>
      <p:sp>
        <p:nvSpPr>
          <p:cNvPr id="7173" name="Rectangle 5"/>
          <p:cNvSpPr>
            <a:spLocks noGrp="1" noChangeArrowheads="1"/>
          </p:cNvSpPr>
          <p:nvPr>
            <p:ph type="title"/>
          </p:nvPr>
        </p:nvSpPr>
        <p:spPr>
          <a:xfrm>
            <a:off x="184355" y="162232"/>
            <a:ext cx="8229600" cy="553998"/>
          </a:xfrm>
        </p:spPr>
        <p:txBody>
          <a:bodyPr/>
          <a:lstStyle/>
          <a:p>
            <a:pPr eaLnBrk="1" hangingPunct="1">
              <a:defRPr/>
            </a:pPr>
            <a:r>
              <a:rPr lang="en-US" dirty="0" smtClean="0">
                <a:solidFill>
                  <a:schemeClr val="tx1"/>
                </a:solidFill>
              </a:rPr>
              <a:t>Process Management</a:t>
            </a:r>
          </a:p>
        </p:txBody>
      </p:sp>
      <p:sp>
        <p:nvSpPr>
          <p:cNvPr id="96259" name="Rectangle 6"/>
          <p:cNvSpPr>
            <a:spLocks noGrp="1" noChangeArrowheads="1"/>
          </p:cNvSpPr>
          <p:nvPr>
            <p:ph type="body" idx="1"/>
          </p:nvPr>
        </p:nvSpPr>
        <p:spPr>
          <a:xfrm>
            <a:off x="306555" y="1056405"/>
            <a:ext cx="8409741" cy="4525963"/>
          </a:xfrm>
        </p:spPr>
        <p:txBody>
          <a:bodyPr>
            <a:normAutofit fontScale="92500" lnSpcReduction="10000"/>
          </a:bodyPr>
          <a:lstStyle/>
          <a:p>
            <a:pPr eaLnBrk="1" hangingPunct="1"/>
            <a:r>
              <a:rPr lang="en-US" sz="2400" dirty="0" smtClean="0">
                <a:solidFill>
                  <a:schemeClr val="tx1"/>
                </a:solidFill>
              </a:rPr>
              <a:t>Processor</a:t>
            </a:r>
          </a:p>
          <a:p>
            <a:pPr lvl="1" algn="just" eaLnBrk="1" hangingPunct="1"/>
            <a:r>
              <a:rPr lang="en-US" sz="2400" dirty="0" smtClean="0">
                <a:solidFill>
                  <a:schemeClr val="tx1"/>
                </a:solidFill>
              </a:rPr>
              <a:t>Processor is a hardware component that executes instructions</a:t>
            </a:r>
          </a:p>
          <a:p>
            <a:pPr lvl="1" eaLnBrk="1" hangingPunct="1"/>
            <a:endParaRPr lang="en-US" sz="2400" dirty="0" smtClean="0">
              <a:solidFill>
                <a:schemeClr val="tx1"/>
              </a:solidFill>
            </a:endParaRPr>
          </a:p>
          <a:p>
            <a:pPr algn="just" eaLnBrk="1" hangingPunct="1"/>
            <a:r>
              <a:rPr lang="en-US" sz="2400" dirty="0" smtClean="0">
                <a:solidFill>
                  <a:schemeClr val="tx1"/>
                </a:solidFill>
              </a:rPr>
              <a:t>Process</a:t>
            </a:r>
          </a:p>
          <a:p>
            <a:pPr lvl="1" algn="just" eaLnBrk="1" hangingPunct="1"/>
            <a:r>
              <a:rPr lang="en-US" sz="2400" dirty="0" smtClean="0">
                <a:solidFill>
                  <a:schemeClr val="tx1"/>
                </a:solidFill>
              </a:rPr>
              <a:t>Program in execution is known as a process</a:t>
            </a:r>
          </a:p>
          <a:p>
            <a:pPr lvl="1" algn="just" eaLnBrk="1" hangingPunct="1"/>
            <a:endParaRPr lang="en-US" sz="2400" dirty="0" smtClean="0">
              <a:solidFill>
                <a:schemeClr val="tx1"/>
              </a:solidFill>
            </a:endParaRPr>
          </a:p>
          <a:p>
            <a:pPr lvl="1" algn="just" eaLnBrk="1" hangingPunct="1"/>
            <a:r>
              <a:rPr sz="2400" dirty="0" smtClean="0">
                <a:solidFill>
                  <a:schemeClr val="tx1"/>
                </a:solidFill>
              </a:rPr>
              <a:t>Process i</a:t>
            </a:r>
            <a:r>
              <a:rPr lang="en-US" sz="2400" dirty="0" smtClean="0">
                <a:solidFill>
                  <a:schemeClr val="tx1"/>
                </a:solidFill>
              </a:rPr>
              <a:t>s an active entity whereas a program stored on disk is a passive entity</a:t>
            </a:r>
          </a:p>
          <a:p>
            <a:pPr lvl="1" algn="just" eaLnBrk="1" hangingPunct="1"/>
            <a:endParaRPr lang="en-US" sz="2400" dirty="0" smtClean="0">
              <a:solidFill>
                <a:schemeClr val="tx1"/>
              </a:solidFill>
            </a:endParaRPr>
          </a:p>
          <a:p>
            <a:pPr lvl="1" algn="just" eaLnBrk="1" hangingPunct="1"/>
            <a:r>
              <a:rPr sz="2400" dirty="0" smtClean="0">
                <a:solidFill>
                  <a:schemeClr val="tx1"/>
                </a:solidFill>
              </a:rPr>
              <a:t>Process requires</a:t>
            </a:r>
            <a:r>
              <a:rPr lang="en-US" sz="2400" dirty="0" smtClean="0">
                <a:solidFill>
                  <a:schemeClr val="tx1"/>
                </a:solidFill>
              </a:rPr>
              <a:t> processor, memory and I/O resources for its execution</a:t>
            </a:r>
          </a:p>
          <a:p>
            <a:pPr lvl="1" eaLnBrk="1" hangingPunct="1">
              <a:buFont typeface="Wingdings" pitchFamily="2" charset="2"/>
              <a:buNone/>
            </a:pPr>
            <a:endParaRPr lang="en-US" sz="2100" dirty="0" smtClean="0"/>
          </a:p>
          <a:p>
            <a:pPr lvl="1" eaLnBrk="1" hangingPunct="1"/>
            <a:endParaRPr lang="en-US" sz="2100" dirty="0" smtClean="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75846" y="162232"/>
            <a:ext cx="8229600" cy="553998"/>
          </a:xfrm>
        </p:spPr>
        <p:txBody>
          <a:bodyPr/>
          <a:lstStyle/>
          <a:p>
            <a:pPr eaLnBrk="1" hangingPunct="1">
              <a:defRPr/>
            </a:pPr>
            <a:r>
              <a:rPr lang="en-US" dirty="0" smtClean="0">
                <a:solidFill>
                  <a:schemeClr val="tx1"/>
                </a:solidFill>
              </a:rPr>
              <a:t>Why Process Management</a:t>
            </a:r>
          </a:p>
        </p:txBody>
      </p:sp>
      <p:sp>
        <p:nvSpPr>
          <p:cNvPr id="98306" name="Rectangle 3"/>
          <p:cNvSpPr>
            <a:spLocks noGrp="1" noChangeArrowheads="1"/>
          </p:cNvSpPr>
          <p:nvPr>
            <p:ph type="body" idx="1"/>
          </p:nvPr>
        </p:nvSpPr>
        <p:spPr>
          <a:xfrm>
            <a:off x="587828" y="968828"/>
            <a:ext cx="8229600" cy="5334000"/>
          </a:xfrm>
        </p:spPr>
        <p:txBody>
          <a:bodyPr/>
          <a:lstStyle/>
          <a:p>
            <a:pPr eaLnBrk="1" hangingPunct="1"/>
            <a:r>
              <a:rPr lang="en-US" sz="2400" dirty="0" smtClean="0">
                <a:solidFill>
                  <a:schemeClr val="tx1"/>
                </a:solidFill>
              </a:rPr>
              <a:t>User works on more than one applications simultaneously</a:t>
            </a:r>
          </a:p>
          <a:p>
            <a:pPr eaLnBrk="1" hangingPunct="1"/>
            <a:r>
              <a:rPr lang="en-US" sz="2400" dirty="0" smtClean="0">
                <a:solidFill>
                  <a:schemeClr val="tx1"/>
                </a:solidFill>
              </a:rPr>
              <a:t> </a:t>
            </a:r>
            <a:r>
              <a:rPr sz="2400" dirty="0" err="1" smtClean="0">
                <a:solidFill>
                  <a:schemeClr val="tx1"/>
                </a:solidFill>
              </a:rPr>
              <a:t>E.q</a:t>
            </a:r>
            <a:r>
              <a:rPr sz="2400" dirty="0" smtClean="0">
                <a:solidFill>
                  <a:schemeClr val="tx1"/>
                </a:solidFill>
              </a:rPr>
              <a:t>. </a:t>
            </a:r>
            <a:r>
              <a:rPr lang="en-US" sz="2400" dirty="0" smtClean="0">
                <a:solidFill>
                  <a:schemeClr val="tx1"/>
                </a:solidFill>
              </a:rPr>
              <a:t>There are 3 active applications in below picture</a:t>
            </a:r>
          </a:p>
          <a:p>
            <a:pPr eaLnBrk="1" hangingPunct="1">
              <a:buNone/>
            </a:pPr>
            <a:endParaRPr lang="en-US" sz="2200" dirty="0" smtClean="0"/>
          </a:p>
        </p:txBody>
      </p:sp>
      <p:sp>
        <p:nvSpPr>
          <p:cNvPr id="5" name="Rectangle 4"/>
          <p:cNvSpPr/>
          <p:nvPr/>
        </p:nvSpPr>
        <p:spPr>
          <a:xfrm>
            <a:off x="4290646" y="6550226"/>
            <a:ext cx="351692" cy="276999"/>
          </a:xfrm>
          <a:prstGeom prst="rect">
            <a:avLst/>
          </a:prstGeom>
        </p:spPr>
        <p:txBody>
          <a:bodyPr wrap="square">
            <a:spAutoFit/>
          </a:bodyPr>
          <a:lstStyle/>
          <a:p>
            <a:pPr algn="l" rtl="0" fontAlgn="base">
              <a:spcBef>
                <a:spcPct val="0"/>
              </a:spcBef>
              <a:spcAft>
                <a:spcPct val="0"/>
              </a:spcAft>
            </a:pPr>
            <a:fld id="{D6D0924A-B9CD-489E-864F-26E5E334D047}" type="slidenum">
              <a:rPr lang="en-US" sz="1200" b="1" kern="1200">
                <a:solidFill>
                  <a:srgbClr val="FFFFFF"/>
                </a:solidFill>
                <a:latin typeface="Arial"/>
                <a:ea typeface="+mn-ea"/>
                <a:cs typeface="Arial" charset="0"/>
              </a:rPr>
              <a:pPr algn="l" rtl="0" fontAlgn="base">
                <a:spcBef>
                  <a:spcPct val="0"/>
                </a:spcBef>
                <a:spcAft>
                  <a:spcPct val="0"/>
                </a:spcAft>
              </a:pPr>
              <a:t>24</a:t>
            </a:fld>
            <a:endParaRPr lang="en-US" sz="1200" b="1" kern="1200" dirty="0">
              <a:solidFill>
                <a:srgbClr val="FFFFFF"/>
              </a:solidFill>
              <a:latin typeface="Arial"/>
              <a:ea typeface="+mn-ea"/>
              <a:cs typeface="Arial" charset="0"/>
            </a:endParaRPr>
          </a:p>
        </p:txBody>
      </p:sp>
      <p:pic>
        <p:nvPicPr>
          <p:cNvPr id="7" name="Picture 6" descr="sam2.bmp"/>
          <p:cNvPicPr>
            <a:picLocks noChangeAspect="1"/>
          </p:cNvPicPr>
          <p:nvPr/>
        </p:nvPicPr>
        <p:blipFill>
          <a:blip r:embed="rId3"/>
          <a:stretch>
            <a:fillRect/>
          </a:stretch>
        </p:blipFill>
        <p:spPr>
          <a:xfrm>
            <a:off x="480447" y="1950850"/>
            <a:ext cx="8105614" cy="4604933"/>
          </a:xfrm>
          <a:prstGeom prst="rect">
            <a:avLst/>
          </a:prstGeom>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29891" y="147484"/>
            <a:ext cx="8229600" cy="553998"/>
          </a:xfrm>
        </p:spPr>
        <p:txBody>
          <a:bodyPr/>
          <a:lstStyle/>
          <a:p>
            <a:pPr eaLnBrk="1" hangingPunct="1">
              <a:defRPr/>
            </a:pPr>
            <a:r>
              <a:rPr lang="en-US" dirty="0" smtClean="0">
                <a:solidFill>
                  <a:schemeClr val="tx1"/>
                </a:solidFill>
              </a:rPr>
              <a:t>Why Process Management (Contd.).</a:t>
            </a:r>
          </a:p>
        </p:txBody>
      </p:sp>
      <p:sp>
        <p:nvSpPr>
          <p:cNvPr id="46088" name="Text Box 8"/>
          <p:cNvSpPr txBox="1">
            <a:spLocks noChangeArrowheads="1"/>
          </p:cNvSpPr>
          <p:nvPr/>
        </p:nvSpPr>
        <p:spPr bwMode="auto">
          <a:xfrm>
            <a:off x="325610" y="1022146"/>
            <a:ext cx="8377413" cy="4228850"/>
          </a:xfrm>
          <a:prstGeom prst="rect">
            <a:avLst/>
          </a:prstGeom>
          <a:noFill/>
          <a:ln w="9525">
            <a:noFill/>
            <a:miter lim="800000"/>
            <a:headEnd/>
            <a:tailEnd/>
          </a:ln>
        </p:spPr>
        <p:txBody>
          <a:bodyPr wrap="square">
            <a:spAutoFit/>
          </a:bodyPr>
          <a:lstStyle/>
          <a:p>
            <a:pPr marL="231775" indent="-231775" algn="just" fontAlgn="base">
              <a:spcBef>
                <a:spcPct val="20000"/>
              </a:spcBef>
              <a:spcAft>
                <a:spcPct val="0"/>
              </a:spcAft>
              <a:buFont typeface="Arial"/>
              <a:buChar char="•"/>
            </a:pPr>
            <a:r>
              <a:rPr lang="en-US" sz="2200" kern="1200" dirty="0" smtClean="0">
                <a:latin typeface="Book Antiqua" pitchFamily="18" charset="0"/>
                <a:ea typeface="+mn-ea"/>
                <a:cs typeface="Arial" charset="0"/>
              </a:rPr>
              <a:t> </a:t>
            </a:r>
            <a:r>
              <a:rPr lang="en-US" sz="2400" dirty="0" smtClean="0">
                <a:cs typeface="Arial" charset="0"/>
              </a:rPr>
              <a:t>These three </a:t>
            </a:r>
            <a:r>
              <a:rPr lang="en-US" sz="2400" dirty="0">
                <a:cs typeface="Arial" charset="0"/>
              </a:rPr>
              <a:t>applications </a:t>
            </a:r>
            <a:r>
              <a:rPr lang="en-US" sz="2400" dirty="0" smtClean="0">
                <a:cs typeface="Arial" charset="0"/>
              </a:rPr>
              <a:t>must </a:t>
            </a:r>
            <a:r>
              <a:rPr lang="en-US" sz="2400" dirty="0">
                <a:cs typeface="Arial" charset="0"/>
              </a:rPr>
              <a:t>be </a:t>
            </a:r>
            <a:r>
              <a:rPr lang="en-US" sz="2400" dirty="0" smtClean="0">
                <a:cs typeface="Arial" charset="0"/>
              </a:rPr>
              <a:t>executed </a:t>
            </a:r>
            <a:r>
              <a:rPr lang="en-US" sz="2400" dirty="0">
                <a:cs typeface="Arial" charset="0"/>
              </a:rPr>
              <a:t>by </a:t>
            </a:r>
            <a:r>
              <a:rPr lang="en-US" sz="2400" dirty="0" smtClean="0">
                <a:cs typeface="Arial" charset="0"/>
              </a:rPr>
              <a:t>a single     processor</a:t>
            </a:r>
            <a:endParaRPr lang="en-US" sz="2400" dirty="0">
              <a:cs typeface="Arial" charset="0"/>
            </a:endParaRPr>
          </a:p>
          <a:p>
            <a:pPr marL="231775" indent="-231775" algn="just" fontAlgn="base">
              <a:spcBef>
                <a:spcPct val="20000"/>
              </a:spcBef>
              <a:spcAft>
                <a:spcPct val="0"/>
              </a:spcAft>
              <a:buFont typeface="Arial"/>
              <a:buChar char="•"/>
            </a:pPr>
            <a:r>
              <a:rPr lang="en-US" sz="2400" kern="1200" dirty="0" smtClean="0">
                <a:ea typeface="+mn-ea"/>
                <a:cs typeface="Arial" charset="0"/>
              </a:rPr>
              <a:t> </a:t>
            </a:r>
            <a:r>
              <a:rPr lang="en-US" sz="2400" dirty="0" smtClean="0">
                <a:cs typeface="Arial" charset="0"/>
              </a:rPr>
              <a:t>OS </a:t>
            </a:r>
            <a:r>
              <a:rPr lang="en-US" sz="2400" dirty="0">
                <a:cs typeface="Arial" charset="0"/>
              </a:rPr>
              <a:t>allocates the processor to each application one </a:t>
            </a:r>
            <a:r>
              <a:rPr lang="en-US" sz="2400" dirty="0" smtClean="0">
                <a:cs typeface="Arial" charset="0"/>
              </a:rPr>
              <a:t>by</a:t>
            </a:r>
          </a:p>
          <a:p>
            <a:pPr marL="231775" indent="-231775" algn="just" fontAlgn="base">
              <a:spcBef>
                <a:spcPct val="20000"/>
              </a:spcBef>
              <a:spcAft>
                <a:spcPct val="0"/>
              </a:spcAft>
            </a:pPr>
            <a:r>
              <a:rPr lang="en-US" sz="2400" dirty="0" smtClean="0">
                <a:cs typeface="Arial" charset="0"/>
              </a:rPr>
              <a:t>    one</a:t>
            </a:r>
            <a:endParaRPr lang="en-US" sz="2400" dirty="0">
              <a:cs typeface="Arial" charset="0"/>
            </a:endParaRPr>
          </a:p>
          <a:p>
            <a:pPr marL="231775" indent="-231775" algn="just" fontAlgn="base">
              <a:spcBef>
                <a:spcPct val="20000"/>
              </a:spcBef>
              <a:spcAft>
                <a:spcPct val="0"/>
              </a:spcAft>
              <a:buFont typeface="Arial"/>
              <a:buChar char="•"/>
            </a:pPr>
            <a:r>
              <a:rPr lang="en-US" sz="2400" dirty="0" smtClean="0">
                <a:cs typeface="Arial" charset="0"/>
              </a:rPr>
              <a:t>Process management function of OS takes care of processor allocation   </a:t>
            </a:r>
          </a:p>
          <a:p>
            <a:pPr marL="231775" indent="-231775" algn="just" fontAlgn="base">
              <a:spcBef>
                <a:spcPct val="20000"/>
              </a:spcBef>
              <a:spcAft>
                <a:spcPct val="0"/>
              </a:spcAft>
              <a:buFont typeface="Arial"/>
              <a:buChar char="•"/>
            </a:pPr>
            <a:r>
              <a:rPr lang="en-US" sz="2400" dirty="0" smtClean="0"/>
              <a:t>User has an illusion that all the applications execute simultaneously, however OS allocates processor to one process at a time </a:t>
            </a:r>
          </a:p>
          <a:p>
            <a:pPr marL="231775" indent="-231775" fontAlgn="base">
              <a:spcBef>
                <a:spcPct val="20000"/>
              </a:spcBef>
              <a:spcAft>
                <a:spcPct val="0"/>
              </a:spcAft>
            </a:pPr>
            <a:r>
              <a:rPr lang="en-US" sz="2400" dirty="0" smtClean="0">
                <a:cs typeface="Arial" charset="0"/>
              </a:rPr>
              <a:t>          </a:t>
            </a:r>
          </a:p>
        </p:txBody>
      </p:sp>
      <p:sp>
        <p:nvSpPr>
          <p:cNvPr id="21" name="Rectangle 20"/>
          <p:cNvSpPr/>
          <p:nvPr/>
        </p:nvSpPr>
        <p:spPr>
          <a:xfrm>
            <a:off x="4244691" y="6553203"/>
            <a:ext cx="269626" cy="276999"/>
          </a:xfrm>
          <a:prstGeom prst="rect">
            <a:avLst/>
          </a:prstGeom>
        </p:spPr>
        <p:txBody>
          <a:bodyPr wrap="none">
            <a:spAutoFit/>
          </a:bodyPr>
          <a:lstStyle/>
          <a:p>
            <a:pPr algn="l" rtl="0" fontAlgn="base">
              <a:spcBef>
                <a:spcPct val="0"/>
              </a:spcBef>
              <a:spcAft>
                <a:spcPct val="0"/>
              </a:spcAft>
            </a:pPr>
            <a:fld id="{D6D0924A-B9CD-489E-864F-26E5E334D047}" type="slidenum">
              <a:rPr lang="en-US" sz="1200" b="1" kern="1200">
                <a:solidFill>
                  <a:srgbClr val="FFFFFF"/>
                </a:solidFill>
                <a:latin typeface="Arial"/>
                <a:ea typeface="+mn-ea"/>
                <a:cs typeface="Arial" charset="0"/>
              </a:rPr>
              <a:pPr algn="l" rtl="0" fontAlgn="base">
                <a:spcBef>
                  <a:spcPct val="0"/>
                </a:spcBef>
                <a:spcAft>
                  <a:spcPct val="0"/>
                </a:spcAft>
              </a:pPr>
              <a:t>25</a:t>
            </a:fld>
            <a:endParaRPr lang="en-US" sz="1200" b="1" kern="1200" dirty="0">
              <a:solidFill>
                <a:srgbClr val="FFFFFF"/>
              </a:solidFill>
              <a:latin typeface="Arial"/>
              <a:ea typeface="+mn-ea"/>
              <a:cs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6088">
                                            <p:txEl>
                                              <p:pRg st="1" end="1"/>
                                            </p:txEl>
                                          </p:spTgt>
                                        </p:tgtEl>
                                        <p:attrNameLst>
                                          <p:attrName>style.visibility</p:attrName>
                                        </p:attrNameLst>
                                      </p:cBhvr>
                                      <p:to>
                                        <p:strVal val="visible"/>
                                      </p:to>
                                    </p:set>
                                    <p:animEffect transition="in" filter="blinds(horizontal)">
                                      <p:cBhvr>
                                        <p:cTn id="7" dur="500"/>
                                        <p:tgtEl>
                                          <p:spTgt spid="46088">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6088">
                                            <p:txEl>
                                              <p:pRg st="2" end="2"/>
                                            </p:txEl>
                                          </p:spTgt>
                                        </p:tgtEl>
                                        <p:attrNameLst>
                                          <p:attrName>style.visibility</p:attrName>
                                        </p:attrNameLst>
                                      </p:cBhvr>
                                      <p:to>
                                        <p:strVal val="visible"/>
                                      </p:to>
                                    </p:set>
                                    <p:animEffect transition="in" filter="blinds(horizontal)">
                                      <p:cBhvr>
                                        <p:cTn id="10" dur="500"/>
                                        <p:tgtEl>
                                          <p:spTgt spid="46088">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6088">
                                            <p:txEl>
                                              <p:pRg st="3" end="3"/>
                                            </p:txEl>
                                          </p:spTgt>
                                        </p:tgtEl>
                                        <p:attrNameLst>
                                          <p:attrName>style.visibility</p:attrName>
                                        </p:attrNameLst>
                                      </p:cBhvr>
                                      <p:to>
                                        <p:strVal val="visible"/>
                                      </p:to>
                                    </p:set>
                                    <p:animEffect transition="in" filter="blinds(horizontal)">
                                      <p:cBhvr>
                                        <p:cTn id="13" dur="500"/>
                                        <p:tgtEl>
                                          <p:spTgt spid="46088">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6088">
                                            <p:txEl>
                                              <p:pRg st="5" end="5"/>
                                            </p:txEl>
                                          </p:spTgt>
                                        </p:tgtEl>
                                        <p:attrNameLst>
                                          <p:attrName>style.visibility</p:attrName>
                                        </p:attrNameLst>
                                      </p:cBhvr>
                                      <p:to>
                                        <p:strVal val="visible"/>
                                      </p:to>
                                    </p:set>
                                    <p:animEffect transition="in" filter="blinds(horizontal)">
                                      <p:cBhvr>
                                        <p:cTn id="16" dur="500"/>
                                        <p:tgtEl>
                                          <p:spTgt spid="46088">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6088">
                                            <p:txEl>
                                              <p:pRg st="4" end="4"/>
                                            </p:txEl>
                                          </p:spTgt>
                                        </p:tgtEl>
                                        <p:attrNameLst>
                                          <p:attrName>style.visibility</p:attrName>
                                        </p:attrNameLst>
                                      </p:cBhvr>
                                      <p:to>
                                        <p:strVal val="visible"/>
                                      </p:to>
                                    </p:set>
                                    <p:animEffect transition="in" filter="blinds(horizontal)">
                                      <p:cBhvr>
                                        <p:cTn id="19" dur="500"/>
                                        <p:tgtEl>
                                          <p:spTgt spid="4608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1"/>
          <p:cNvSpPr>
            <a:spLocks noGrp="1"/>
          </p:cNvSpPr>
          <p:nvPr>
            <p:ph type="sldNum" sz="quarter" idx="4294967295"/>
          </p:nvPr>
        </p:nvSpPr>
        <p:spPr>
          <a:xfrm>
            <a:off x="4079631" y="6534150"/>
            <a:ext cx="773723" cy="476250"/>
          </a:xfrm>
          <a:prstGeom prst="rect">
            <a:avLst/>
          </a:prstGeom>
        </p:spPr>
        <p:txBody>
          <a:bodyPr/>
          <a:lstStyle/>
          <a:p>
            <a:pPr algn="ctr" rtl="0" fontAlgn="base">
              <a:spcBef>
                <a:spcPct val="0"/>
              </a:spcBef>
              <a:spcAft>
                <a:spcPct val="0"/>
              </a:spcAft>
              <a:defRPr/>
            </a:pPr>
            <a:fld id="{F0687882-2A65-4401-B767-BED3100934FA}" type="slidenum">
              <a:rPr lang="en-US" sz="1200" b="1" kern="1200">
                <a:solidFill>
                  <a:srgbClr val="FFFFFF"/>
                </a:solidFill>
                <a:latin typeface="Arial"/>
                <a:ea typeface="+mn-ea"/>
                <a:cs typeface="Arial" charset="0"/>
              </a:rPr>
              <a:pPr algn="ctr" rtl="0" fontAlgn="base">
                <a:spcBef>
                  <a:spcPct val="0"/>
                </a:spcBef>
                <a:spcAft>
                  <a:spcPct val="0"/>
                </a:spcAft>
                <a:defRPr/>
              </a:pPr>
              <a:t>26</a:t>
            </a:fld>
            <a:endParaRPr lang="en-US" sz="1200" b="1" kern="1200">
              <a:solidFill>
                <a:srgbClr val="FFFFFF"/>
              </a:solidFill>
              <a:latin typeface="Arial"/>
              <a:ea typeface="+mn-ea"/>
              <a:cs typeface="Arial" charset="0"/>
            </a:endParaRPr>
          </a:p>
        </p:txBody>
      </p:sp>
      <p:sp>
        <p:nvSpPr>
          <p:cNvPr id="10242" name="Rectangle 2"/>
          <p:cNvSpPr>
            <a:spLocks noGrp="1" noChangeArrowheads="1"/>
          </p:cNvSpPr>
          <p:nvPr>
            <p:ph type="title" idx="4294967295"/>
          </p:nvPr>
        </p:nvSpPr>
        <p:spPr>
          <a:xfrm>
            <a:off x="149591" y="162232"/>
            <a:ext cx="8229600" cy="553998"/>
          </a:xfrm>
        </p:spPr>
        <p:txBody>
          <a:bodyPr lIns="90488" tIns="44450" rIns="90488" bIns="44450"/>
          <a:lstStyle/>
          <a:p>
            <a:pPr eaLnBrk="1" hangingPunct="1">
              <a:defRPr/>
            </a:pPr>
            <a:r>
              <a:rPr lang="en-US" dirty="0" smtClean="0">
                <a:solidFill>
                  <a:schemeClr val="tx1"/>
                </a:solidFill>
              </a:rPr>
              <a:t>States of a Process </a:t>
            </a:r>
          </a:p>
        </p:txBody>
      </p:sp>
      <p:graphicFrame>
        <p:nvGraphicFramePr>
          <p:cNvPr id="5" name="Diagram 4"/>
          <p:cNvGraphicFramePr/>
          <p:nvPr/>
        </p:nvGraphicFramePr>
        <p:xfrm>
          <a:off x="228600" y="1239838"/>
          <a:ext cx="8458200" cy="49323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45699" y="130687"/>
            <a:ext cx="7389935" cy="553998"/>
          </a:xfrm>
        </p:spPr>
        <p:txBody>
          <a:bodyPr lIns="0"/>
          <a:lstStyle/>
          <a:p>
            <a:pPr eaLnBrk="1" hangingPunct="1">
              <a:defRPr/>
            </a:pPr>
            <a:r>
              <a:rPr lang="en-US" dirty="0"/>
              <a:t>Process State </a:t>
            </a:r>
            <a:r>
              <a:rPr lang="en-US" dirty="0" smtClean="0"/>
              <a:t>Diagram</a:t>
            </a:r>
            <a:endParaRPr lang="en-US" dirty="0"/>
          </a:p>
        </p:txBody>
      </p:sp>
      <p:sp>
        <p:nvSpPr>
          <p:cNvPr id="429062" name="Oval 6"/>
          <p:cNvSpPr>
            <a:spLocks noChangeArrowheads="1"/>
          </p:cNvSpPr>
          <p:nvPr/>
        </p:nvSpPr>
        <p:spPr bwMode="auto">
          <a:xfrm>
            <a:off x="2286001" y="2743200"/>
            <a:ext cx="1585546" cy="681038"/>
          </a:xfrm>
          <a:prstGeom prst="ellipse">
            <a:avLst/>
          </a:prstGeom>
          <a:ln>
            <a:solidFill>
              <a:schemeClr val="accent2">
                <a:lumMod val="60000"/>
                <a:lumOff val="40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rtl="0" eaLnBrk="0" fontAlgn="base" hangingPunct="0">
              <a:spcBef>
                <a:spcPct val="0"/>
              </a:spcBef>
              <a:spcAft>
                <a:spcPct val="0"/>
              </a:spcAft>
            </a:pPr>
            <a:r>
              <a:rPr lang="en-US" sz="2400" b="1" kern="1200" dirty="0">
                <a:solidFill>
                  <a:srgbClr val="000000"/>
                </a:solidFill>
                <a:latin typeface="Book Antiqua" pitchFamily="18" charset="0"/>
                <a:ea typeface="+mn-ea"/>
                <a:cs typeface="Arial" charset="0"/>
              </a:rPr>
              <a:t>Ready</a:t>
            </a:r>
          </a:p>
        </p:txBody>
      </p:sp>
      <p:sp>
        <p:nvSpPr>
          <p:cNvPr id="429063" name="Line 7"/>
          <p:cNvSpPr>
            <a:spLocks noChangeShapeType="1"/>
          </p:cNvSpPr>
          <p:nvPr/>
        </p:nvSpPr>
        <p:spPr bwMode="auto">
          <a:xfrm>
            <a:off x="1752600" y="2286003"/>
            <a:ext cx="756138" cy="544513"/>
          </a:xfrm>
          <a:prstGeom prst="line">
            <a:avLst/>
          </a:prstGeom>
          <a:noFill/>
          <a:ln w="9525">
            <a:solidFill>
              <a:schemeClr val="tx1"/>
            </a:solidFill>
            <a:round/>
            <a:headEnd/>
            <a:tailEnd type="triangle" w="med" len="med"/>
          </a:ln>
        </p:spPr>
        <p:txBody>
          <a:bodyPr/>
          <a:lstStyle/>
          <a:p>
            <a:pPr algn="l" rtl="0" fontAlgn="base">
              <a:spcBef>
                <a:spcPct val="0"/>
              </a:spcBef>
              <a:spcAft>
                <a:spcPct val="0"/>
              </a:spcAft>
            </a:pPr>
            <a:endParaRPr lang="en-US" sz="2800" kern="1200">
              <a:solidFill>
                <a:srgbClr val="000000"/>
              </a:solidFill>
              <a:latin typeface="Book Antiqua" pitchFamily="18" charset="0"/>
              <a:ea typeface="+mn-ea"/>
              <a:cs typeface="Arial" charset="0"/>
            </a:endParaRPr>
          </a:p>
        </p:txBody>
      </p:sp>
      <p:sp>
        <p:nvSpPr>
          <p:cNvPr id="429064" name="Oval 8"/>
          <p:cNvSpPr>
            <a:spLocks noChangeArrowheads="1"/>
          </p:cNvSpPr>
          <p:nvPr/>
        </p:nvSpPr>
        <p:spPr bwMode="auto">
          <a:xfrm>
            <a:off x="2362200" y="4648200"/>
            <a:ext cx="1812681" cy="681038"/>
          </a:xfrm>
          <a:prstGeom prst="ellipse">
            <a:avLst/>
          </a:prstGeom>
          <a:ln>
            <a:solidFill>
              <a:schemeClr val="accent4"/>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rtl="0" eaLnBrk="0" fontAlgn="base" hangingPunct="0">
              <a:spcBef>
                <a:spcPct val="0"/>
              </a:spcBef>
              <a:spcAft>
                <a:spcPct val="0"/>
              </a:spcAft>
            </a:pPr>
            <a:r>
              <a:rPr lang="en-US" sz="2400" b="1" kern="1200" dirty="0" smtClean="0">
                <a:solidFill>
                  <a:srgbClr val="000000"/>
                </a:solidFill>
                <a:latin typeface="Book Antiqua" pitchFamily="18" charset="0"/>
                <a:ea typeface="+mn-ea"/>
                <a:cs typeface="Arial" charset="0"/>
              </a:rPr>
              <a:t>Wait</a:t>
            </a:r>
            <a:endParaRPr lang="en-US" sz="2400" b="1" kern="1200" dirty="0">
              <a:solidFill>
                <a:srgbClr val="000000"/>
              </a:solidFill>
              <a:latin typeface="Book Antiqua" pitchFamily="18" charset="0"/>
              <a:ea typeface="+mn-ea"/>
              <a:cs typeface="Arial" charset="0"/>
            </a:endParaRPr>
          </a:p>
        </p:txBody>
      </p:sp>
      <p:sp>
        <p:nvSpPr>
          <p:cNvPr id="429065" name="Line 9"/>
          <p:cNvSpPr>
            <a:spLocks noChangeShapeType="1"/>
          </p:cNvSpPr>
          <p:nvPr/>
        </p:nvSpPr>
        <p:spPr bwMode="auto">
          <a:xfrm>
            <a:off x="3657600" y="3352803"/>
            <a:ext cx="756138" cy="544513"/>
          </a:xfrm>
          <a:prstGeom prst="line">
            <a:avLst/>
          </a:prstGeom>
          <a:noFill/>
          <a:ln w="9525">
            <a:solidFill>
              <a:schemeClr val="tx1"/>
            </a:solidFill>
            <a:round/>
            <a:headEnd/>
            <a:tailEnd type="triangle" w="med" len="med"/>
          </a:ln>
        </p:spPr>
        <p:txBody>
          <a:bodyPr/>
          <a:lstStyle/>
          <a:p>
            <a:pPr algn="l" rtl="0" fontAlgn="base">
              <a:spcBef>
                <a:spcPct val="0"/>
              </a:spcBef>
              <a:spcAft>
                <a:spcPct val="0"/>
              </a:spcAft>
            </a:pPr>
            <a:endParaRPr lang="en-US" sz="2800" kern="1200">
              <a:solidFill>
                <a:srgbClr val="000000"/>
              </a:solidFill>
              <a:latin typeface="Book Antiqua" pitchFamily="18" charset="0"/>
              <a:ea typeface="+mn-ea"/>
              <a:cs typeface="Arial" charset="0"/>
            </a:endParaRPr>
          </a:p>
        </p:txBody>
      </p:sp>
      <p:sp>
        <p:nvSpPr>
          <p:cNvPr id="429066" name="Oval 10"/>
          <p:cNvSpPr>
            <a:spLocks noChangeArrowheads="1"/>
          </p:cNvSpPr>
          <p:nvPr/>
        </p:nvSpPr>
        <p:spPr bwMode="auto">
          <a:xfrm>
            <a:off x="6629399" y="4724400"/>
            <a:ext cx="1812471" cy="827314"/>
          </a:xfrm>
          <a:prstGeom prst="ellipse">
            <a:avLst/>
          </a:prstGeom>
          <a:ln>
            <a:solidFill>
              <a:schemeClr val="accent5">
                <a:lumMod val="7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rtl="0" eaLnBrk="0" fontAlgn="base" hangingPunct="0">
              <a:spcBef>
                <a:spcPct val="0"/>
              </a:spcBef>
              <a:spcAft>
                <a:spcPct val="0"/>
              </a:spcAft>
            </a:pPr>
            <a:r>
              <a:rPr lang="en-US" sz="2400" b="1" kern="1200" dirty="0">
                <a:solidFill>
                  <a:srgbClr val="000000"/>
                </a:solidFill>
                <a:latin typeface="Book Antiqua" pitchFamily="18" charset="0"/>
                <a:ea typeface="+mn-ea"/>
                <a:cs typeface="Arial" charset="0"/>
              </a:rPr>
              <a:t>Terminated</a:t>
            </a:r>
          </a:p>
        </p:txBody>
      </p:sp>
      <p:sp>
        <p:nvSpPr>
          <p:cNvPr id="429067" name="Line 11"/>
          <p:cNvSpPr>
            <a:spLocks noChangeShapeType="1"/>
          </p:cNvSpPr>
          <p:nvPr/>
        </p:nvSpPr>
        <p:spPr bwMode="auto">
          <a:xfrm>
            <a:off x="6096000" y="4267203"/>
            <a:ext cx="756138" cy="544513"/>
          </a:xfrm>
          <a:prstGeom prst="line">
            <a:avLst/>
          </a:prstGeom>
          <a:noFill/>
          <a:ln w="9525">
            <a:solidFill>
              <a:schemeClr val="tx1"/>
            </a:solidFill>
            <a:round/>
            <a:headEnd/>
            <a:tailEnd type="triangle" w="med" len="med"/>
          </a:ln>
        </p:spPr>
        <p:txBody>
          <a:bodyPr/>
          <a:lstStyle/>
          <a:p>
            <a:pPr algn="l" rtl="0" fontAlgn="base">
              <a:spcBef>
                <a:spcPct val="0"/>
              </a:spcBef>
              <a:spcAft>
                <a:spcPct val="0"/>
              </a:spcAft>
            </a:pPr>
            <a:endParaRPr lang="en-US" sz="2800" kern="1200">
              <a:solidFill>
                <a:srgbClr val="000000"/>
              </a:solidFill>
              <a:latin typeface="Book Antiqua" pitchFamily="18" charset="0"/>
              <a:ea typeface="+mn-ea"/>
              <a:cs typeface="Arial" charset="0"/>
            </a:endParaRPr>
          </a:p>
        </p:txBody>
      </p:sp>
      <p:sp>
        <p:nvSpPr>
          <p:cNvPr id="429068" name="Oval 12"/>
          <p:cNvSpPr>
            <a:spLocks noChangeArrowheads="1"/>
          </p:cNvSpPr>
          <p:nvPr/>
        </p:nvSpPr>
        <p:spPr bwMode="auto">
          <a:xfrm>
            <a:off x="4343400" y="3733800"/>
            <a:ext cx="1812681" cy="681038"/>
          </a:xfrm>
          <a:prstGeom prst="ellipse">
            <a:avLst/>
          </a:prstGeom>
          <a:ln>
            <a:solidFill>
              <a:schemeClr val="accent2">
                <a:lumMod val="7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p>
            <a:pPr algn="ctr" rtl="0" eaLnBrk="0" fontAlgn="base" hangingPunct="0">
              <a:spcBef>
                <a:spcPct val="0"/>
              </a:spcBef>
              <a:spcAft>
                <a:spcPct val="0"/>
              </a:spcAft>
            </a:pPr>
            <a:r>
              <a:rPr lang="en-US" sz="2400" b="1" kern="1200" dirty="0" smtClean="0">
                <a:solidFill>
                  <a:srgbClr val="000000"/>
                </a:solidFill>
                <a:latin typeface="Book Antiqua" pitchFamily="18" charset="0"/>
                <a:ea typeface="+mn-ea"/>
                <a:cs typeface="Arial" charset="0"/>
              </a:rPr>
              <a:t>Run</a:t>
            </a:r>
            <a:endParaRPr lang="en-US" sz="2400" b="1" kern="1200" dirty="0">
              <a:solidFill>
                <a:srgbClr val="000000"/>
              </a:solidFill>
              <a:latin typeface="Book Antiqua" pitchFamily="18" charset="0"/>
              <a:ea typeface="+mn-ea"/>
              <a:cs typeface="Arial" charset="0"/>
            </a:endParaRPr>
          </a:p>
        </p:txBody>
      </p:sp>
      <p:sp>
        <p:nvSpPr>
          <p:cNvPr id="429070" name="Text Box 14"/>
          <p:cNvSpPr txBox="1">
            <a:spLocks noChangeArrowheads="1"/>
          </p:cNvSpPr>
          <p:nvPr/>
        </p:nvSpPr>
        <p:spPr bwMode="auto">
          <a:xfrm>
            <a:off x="2024744" y="1540331"/>
            <a:ext cx="1585546" cy="396875"/>
          </a:xfrm>
          <a:prstGeom prst="rect">
            <a:avLst/>
          </a:prstGeom>
          <a:noFill/>
          <a:ln w="9525">
            <a:noFill/>
            <a:miter lim="800000"/>
            <a:headEnd/>
            <a:tailEnd/>
          </a:ln>
        </p:spPr>
        <p:txBody>
          <a:bodyPr>
            <a:spAutoFit/>
          </a:bodyPr>
          <a:lstStyle/>
          <a:p>
            <a:pPr algn="ctr" rtl="0" eaLnBrk="0" fontAlgn="base" hangingPunct="0">
              <a:spcBef>
                <a:spcPct val="50000"/>
              </a:spcBef>
              <a:spcAft>
                <a:spcPct val="0"/>
              </a:spcAft>
            </a:pPr>
            <a:r>
              <a:rPr lang="en-US" sz="2000" dirty="0" smtClean="0">
                <a:solidFill>
                  <a:srgbClr val="000000"/>
                </a:solidFill>
                <a:latin typeface="Book Antiqua" pitchFamily="18" charset="0"/>
                <a:cs typeface="Arial" charset="0"/>
              </a:rPr>
              <a:t>A</a:t>
            </a:r>
            <a:r>
              <a:rPr lang="en-US" sz="2000" kern="1200" dirty="0" smtClean="0">
                <a:solidFill>
                  <a:srgbClr val="000000"/>
                </a:solidFill>
                <a:latin typeface="Book Antiqua" pitchFamily="18" charset="0"/>
                <a:ea typeface="+mn-ea"/>
                <a:cs typeface="Arial" charset="0"/>
              </a:rPr>
              <a:t>dmitted</a:t>
            </a:r>
            <a:endParaRPr lang="en-US" sz="2000" kern="1200" dirty="0">
              <a:solidFill>
                <a:srgbClr val="000000"/>
              </a:solidFill>
              <a:latin typeface="Book Antiqua" pitchFamily="18" charset="0"/>
              <a:ea typeface="+mn-ea"/>
              <a:cs typeface="Arial" charset="0"/>
            </a:endParaRPr>
          </a:p>
        </p:txBody>
      </p:sp>
      <p:sp>
        <p:nvSpPr>
          <p:cNvPr id="429072" name="Rectangle 16"/>
          <p:cNvSpPr>
            <a:spLocks noChangeArrowheads="1"/>
          </p:cNvSpPr>
          <p:nvPr/>
        </p:nvSpPr>
        <p:spPr bwMode="auto">
          <a:xfrm>
            <a:off x="6210300" y="4060372"/>
            <a:ext cx="981808" cy="400110"/>
          </a:xfrm>
          <a:prstGeom prst="rect">
            <a:avLst/>
          </a:prstGeom>
          <a:noFill/>
          <a:ln w="9525">
            <a:noFill/>
            <a:miter lim="800000"/>
            <a:headEnd/>
            <a:tailEnd/>
          </a:ln>
        </p:spPr>
        <p:txBody>
          <a:bodyPr>
            <a:spAutoFit/>
          </a:bodyPr>
          <a:lstStyle/>
          <a:p>
            <a:pPr algn="ctr" rtl="0" eaLnBrk="0" fontAlgn="base" hangingPunct="0">
              <a:spcBef>
                <a:spcPct val="0"/>
              </a:spcBef>
              <a:spcAft>
                <a:spcPct val="0"/>
              </a:spcAft>
            </a:pPr>
            <a:r>
              <a:rPr lang="en-US" sz="2000" kern="1200" dirty="0">
                <a:solidFill>
                  <a:srgbClr val="000000"/>
                </a:solidFill>
                <a:latin typeface="Book Antiqua" pitchFamily="18" charset="0"/>
                <a:ea typeface="+mn-ea"/>
                <a:cs typeface="Arial" charset="0"/>
              </a:rPr>
              <a:t>Exit</a:t>
            </a:r>
          </a:p>
        </p:txBody>
      </p:sp>
      <p:sp>
        <p:nvSpPr>
          <p:cNvPr id="429073" name="Text Box 17"/>
          <p:cNvSpPr txBox="1">
            <a:spLocks noChangeArrowheads="1"/>
          </p:cNvSpPr>
          <p:nvPr/>
        </p:nvSpPr>
        <p:spPr bwMode="auto">
          <a:xfrm>
            <a:off x="4147457" y="4495803"/>
            <a:ext cx="2057400" cy="701675"/>
          </a:xfrm>
          <a:prstGeom prst="rect">
            <a:avLst/>
          </a:prstGeom>
          <a:noFill/>
          <a:ln w="9525">
            <a:noFill/>
            <a:miter lim="800000"/>
            <a:headEnd/>
            <a:tailEnd/>
          </a:ln>
        </p:spPr>
        <p:txBody>
          <a:bodyPr>
            <a:spAutoFit/>
          </a:bodyPr>
          <a:lstStyle/>
          <a:p>
            <a:pPr algn="ctr" rtl="0" eaLnBrk="0" fontAlgn="base" hangingPunct="0">
              <a:spcBef>
                <a:spcPct val="50000"/>
              </a:spcBef>
              <a:spcAft>
                <a:spcPct val="0"/>
              </a:spcAft>
            </a:pPr>
            <a:r>
              <a:rPr lang="en-US" sz="2000" kern="1200" dirty="0" smtClean="0">
                <a:solidFill>
                  <a:srgbClr val="000000"/>
                </a:solidFill>
                <a:latin typeface="Book Antiqua" pitchFamily="18" charset="0"/>
                <a:ea typeface="+mn-ea"/>
                <a:cs typeface="Arial" charset="0"/>
              </a:rPr>
              <a:t>I/O </a:t>
            </a:r>
            <a:r>
              <a:rPr lang="en-US" sz="2000" kern="1200" dirty="0">
                <a:solidFill>
                  <a:srgbClr val="000000"/>
                </a:solidFill>
                <a:latin typeface="Book Antiqua" pitchFamily="18" charset="0"/>
                <a:ea typeface="+mn-ea"/>
                <a:cs typeface="Arial" charset="0"/>
              </a:rPr>
              <a:t>or Event </a:t>
            </a:r>
            <a:r>
              <a:rPr lang="en-US" sz="2000" kern="1200" dirty="0" smtClean="0">
                <a:solidFill>
                  <a:srgbClr val="000000"/>
                </a:solidFill>
                <a:latin typeface="Book Antiqua" pitchFamily="18" charset="0"/>
                <a:ea typeface="+mn-ea"/>
                <a:cs typeface="Arial" charset="0"/>
              </a:rPr>
              <a:t>wait (</a:t>
            </a:r>
            <a:r>
              <a:rPr lang="en-US" sz="2000" kern="1200" dirty="0">
                <a:solidFill>
                  <a:srgbClr val="000000"/>
                </a:solidFill>
                <a:latin typeface="Book Antiqua" pitchFamily="18" charset="0"/>
                <a:ea typeface="+mn-ea"/>
                <a:cs typeface="Arial" charset="0"/>
              </a:rPr>
              <a:t>Blocked)</a:t>
            </a:r>
          </a:p>
        </p:txBody>
      </p:sp>
      <p:sp>
        <p:nvSpPr>
          <p:cNvPr id="429074" name="Arc 18"/>
          <p:cNvSpPr>
            <a:spLocks/>
          </p:cNvSpPr>
          <p:nvPr/>
        </p:nvSpPr>
        <p:spPr bwMode="auto">
          <a:xfrm>
            <a:off x="3810000" y="2895600"/>
            <a:ext cx="1358412" cy="7493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p:spPr>
        <p:txBody>
          <a:bodyPr wrap="none" anchor="ctr"/>
          <a:lstStyle/>
          <a:p>
            <a:pPr algn="ctr" rtl="0" eaLnBrk="0" fontAlgn="base" hangingPunct="0">
              <a:spcBef>
                <a:spcPct val="50000"/>
              </a:spcBef>
              <a:spcAft>
                <a:spcPct val="0"/>
              </a:spcAft>
              <a:buClr>
                <a:srgbClr val="0033CC"/>
              </a:buClr>
              <a:buSzPct val="155000"/>
              <a:buFont typeface="Symbol" pitchFamily="18" charset="2"/>
              <a:buNone/>
            </a:pPr>
            <a:endParaRPr lang="en-US" sz="1200" b="1" kern="1200">
              <a:solidFill>
                <a:srgbClr val="000000"/>
              </a:solidFill>
              <a:latin typeface="Book Antiqua" pitchFamily="18" charset="0"/>
              <a:ea typeface="+mn-ea"/>
              <a:cs typeface="Arial" charset="0"/>
            </a:endParaRPr>
          </a:p>
        </p:txBody>
      </p:sp>
      <p:sp>
        <p:nvSpPr>
          <p:cNvPr id="429075" name="Line 19"/>
          <p:cNvSpPr>
            <a:spLocks noChangeShapeType="1"/>
          </p:cNvSpPr>
          <p:nvPr/>
        </p:nvSpPr>
        <p:spPr bwMode="auto">
          <a:xfrm flipH="1">
            <a:off x="3733800" y="2895600"/>
            <a:ext cx="76200" cy="0"/>
          </a:xfrm>
          <a:prstGeom prst="line">
            <a:avLst/>
          </a:prstGeom>
          <a:noFill/>
          <a:ln w="9525">
            <a:solidFill>
              <a:srgbClr val="993366"/>
            </a:solidFill>
            <a:round/>
            <a:headEnd/>
            <a:tailEnd type="triangle" w="med" len="med"/>
          </a:ln>
        </p:spPr>
        <p:txBody>
          <a:bodyPr/>
          <a:lstStyle/>
          <a:p>
            <a:pPr algn="l" rtl="0" fontAlgn="base">
              <a:spcBef>
                <a:spcPct val="0"/>
              </a:spcBef>
              <a:spcAft>
                <a:spcPct val="0"/>
              </a:spcAft>
            </a:pPr>
            <a:endParaRPr lang="en-US" sz="2800" kern="1200">
              <a:solidFill>
                <a:srgbClr val="000000"/>
              </a:solidFill>
              <a:latin typeface="Book Antiqua" pitchFamily="18" charset="0"/>
              <a:ea typeface="+mn-ea"/>
              <a:cs typeface="Arial" charset="0"/>
            </a:endParaRPr>
          </a:p>
        </p:txBody>
      </p:sp>
      <p:sp>
        <p:nvSpPr>
          <p:cNvPr id="429076" name="Line 20"/>
          <p:cNvSpPr>
            <a:spLocks noChangeShapeType="1"/>
          </p:cNvSpPr>
          <p:nvPr/>
        </p:nvSpPr>
        <p:spPr bwMode="auto">
          <a:xfrm flipH="1">
            <a:off x="4114800" y="4419600"/>
            <a:ext cx="451338" cy="381000"/>
          </a:xfrm>
          <a:prstGeom prst="line">
            <a:avLst/>
          </a:prstGeom>
          <a:noFill/>
          <a:ln w="9525">
            <a:solidFill>
              <a:schemeClr val="tx1"/>
            </a:solidFill>
            <a:round/>
            <a:headEnd/>
            <a:tailEnd type="triangle" w="med" len="med"/>
          </a:ln>
        </p:spPr>
        <p:txBody>
          <a:bodyPr/>
          <a:lstStyle/>
          <a:p>
            <a:pPr algn="l" rtl="0" fontAlgn="base">
              <a:spcBef>
                <a:spcPct val="0"/>
              </a:spcBef>
              <a:spcAft>
                <a:spcPct val="0"/>
              </a:spcAft>
            </a:pPr>
            <a:endParaRPr lang="en-US" sz="2800" kern="1200">
              <a:solidFill>
                <a:srgbClr val="000000"/>
              </a:solidFill>
              <a:latin typeface="Book Antiqua" pitchFamily="18" charset="0"/>
              <a:ea typeface="+mn-ea"/>
              <a:cs typeface="Arial" charset="0"/>
            </a:endParaRPr>
          </a:p>
        </p:txBody>
      </p:sp>
      <p:sp>
        <p:nvSpPr>
          <p:cNvPr id="429079" name="Text Box 23"/>
          <p:cNvSpPr txBox="1">
            <a:spLocks noChangeArrowheads="1"/>
          </p:cNvSpPr>
          <p:nvPr/>
        </p:nvSpPr>
        <p:spPr bwMode="auto">
          <a:xfrm>
            <a:off x="3951514" y="2411189"/>
            <a:ext cx="1434612" cy="396875"/>
          </a:xfrm>
          <a:prstGeom prst="rect">
            <a:avLst/>
          </a:prstGeom>
          <a:noFill/>
          <a:ln w="9525">
            <a:noFill/>
            <a:miter lim="800000"/>
            <a:headEnd/>
            <a:tailEnd/>
          </a:ln>
        </p:spPr>
        <p:txBody>
          <a:bodyPr>
            <a:spAutoFit/>
          </a:bodyPr>
          <a:lstStyle/>
          <a:p>
            <a:pPr algn="ctr" rtl="0" eaLnBrk="0" fontAlgn="base" hangingPunct="0">
              <a:spcBef>
                <a:spcPct val="50000"/>
              </a:spcBef>
              <a:spcAft>
                <a:spcPct val="0"/>
              </a:spcAft>
            </a:pPr>
            <a:r>
              <a:rPr lang="en-US" sz="2000" kern="1200" dirty="0">
                <a:solidFill>
                  <a:srgbClr val="000000"/>
                </a:solidFill>
                <a:latin typeface="Book Antiqua" pitchFamily="18" charset="0"/>
                <a:ea typeface="+mn-ea"/>
                <a:cs typeface="Arial" charset="0"/>
              </a:rPr>
              <a:t>Interrupt</a:t>
            </a:r>
          </a:p>
        </p:txBody>
      </p:sp>
      <p:sp>
        <p:nvSpPr>
          <p:cNvPr id="429081" name="Text Box 25"/>
          <p:cNvSpPr txBox="1">
            <a:spLocks noChangeArrowheads="1"/>
          </p:cNvSpPr>
          <p:nvPr/>
        </p:nvSpPr>
        <p:spPr bwMode="auto">
          <a:xfrm>
            <a:off x="0" y="3298371"/>
            <a:ext cx="1905000" cy="701675"/>
          </a:xfrm>
          <a:prstGeom prst="rect">
            <a:avLst/>
          </a:prstGeom>
          <a:noFill/>
          <a:ln w="9525">
            <a:noFill/>
            <a:miter lim="800000"/>
            <a:headEnd/>
            <a:tailEnd/>
          </a:ln>
        </p:spPr>
        <p:txBody>
          <a:bodyPr>
            <a:spAutoFit/>
          </a:bodyPr>
          <a:lstStyle/>
          <a:p>
            <a:pPr algn="ctr" rtl="0" eaLnBrk="0" fontAlgn="base" hangingPunct="0">
              <a:spcBef>
                <a:spcPct val="50000"/>
              </a:spcBef>
              <a:spcAft>
                <a:spcPct val="0"/>
              </a:spcAft>
            </a:pPr>
            <a:r>
              <a:rPr lang="en-US" sz="2000" kern="1200">
                <a:solidFill>
                  <a:srgbClr val="000000"/>
                </a:solidFill>
                <a:latin typeface="Book Antiqua" pitchFamily="18" charset="0"/>
                <a:ea typeface="+mn-ea"/>
                <a:cs typeface="Arial" charset="0"/>
              </a:rPr>
              <a:t>I/O or Event Completion</a:t>
            </a:r>
          </a:p>
        </p:txBody>
      </p:sp>
      <p:sp>
        <p:nvSpPr>
          <p:cNvPr id="22" name="Text Box 23"/>
          <p:cNvSpPr txBox="1">
            <a:spLocks noChangeArrowheads="1"/>
          </p:cNvSpPr>
          <p:nvPr/>
        </p:nvSpPr>
        <p:spPr bwMode="auto">
          <a:xfrm>
            <a:off x="2674119" y="3592288"/>
            <a:ext cx="1434612" cy="708025"/>
          </a:xfrm>
          <a:prstGeom prst="rect">
            <a:avLst/>
          </a:prstGeom>
          <a:noFill/>
          <a:ln w="9525">
            <a:noFill/>
            <a:miter lim="800000"/>
            <a:headEnd/>
            <a:tailEnd/>
          </a:ln>
        </p:spPr>
        <p:txBody>
          <a:bodyPr>
            <a:spAutoFit/>
          </a:bodyPr>
          <a:lstStyle/>
          <a:p>
            <a:pPr algn="ctr" rtl="0" eaLnBrk="0" fontAlgn="base" hangingPunct="0">
              <a:spcBef>
                <a:spcPct val="50000"/>
              </a:spcBef>
              <a:spcAft>
                <a:spcPct val="0"/>
              </a:spcAft>
            </a:pPr>
            <a:r>
              <a:rPr lang="en-US" sz="2000" kern="1200" dirty="0">
                <a:solidFill>
                  <a:srgbClr val="000000"/>
                </a:solidFill>
                <a:latin typeface="Book Antiqua" pitchFamily="18" charset="0"/>
                <a:ea typeface="+mn-ea"/>
                <a:cs typeface="Arial" charset="0"/>
              </a:rPr>
              <a:t>Processor Allocated</a:t>
            </a:r>
          </a:p>
        </p:txBody>
      </p:sp>
      <p:sp>
        <p:nvSpPr>
          <p:cNvPr id="27" name="Freeform 26"/>
          <p:cNvSpPr/>
          <p:nvPr/>
        </p:nvSpPr>
        <p:spPr>
          <a:xfrm>
            <a:off x="1733550" y="3200400"/>
            <a:ext cx="846364" cy="1567543"/>
          </a:xfrm>
          <a:custGeom>
            <a:avLst/>
            <a:gdLst>
              <a:gd name="connsiteX0" fmla="*/ 846364 w 846364"/>
              <a:gd name="connsiteY0" fmla="*/ 1567543 h 1567543"/>
              <a:gd name="connsiteX1" fmla="*/ 46264 w 846364"/>
              <a:gd name="connsiteY1" fmla="*/ 751114 h 1567543"/>
              <a:gd name="connsiteX2" fmla="*/ 568779 w 846364"/>
              <a:gd name="connsiteY2" fmla="*/ 0 h 1567543"/>
              <a:gd name="connsiteX3" fmla="*/ 568779 w 846364"/>
              <a:gd name="connsiteY3" fmla="*/ 0 h 1567543"/>
              <a:gd name="connsiteX4" fmla="*/ 585107 w 846364"/>
              <a:gd name="connsiteY4" fmla="*/ 32657 h 156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364" h="1567543">
                <a:moveTo>
                  <a:pt x="846364" y="1567543"/>
                </a:moveTo>
                <a:cubicBezTo>
                  <a:pt x="469446" y="1289957"/>
                  <a:pt x="92528" y="1012371"/>
                  <a:pt x="46264" y="751114"/>
                </a:cubicBezTo>
                <a:cubicBezTo>
                  <a:pt x="0" y="489857"/>
                  <a:pt x="568779" y="0"/>
                  <a:pt x="568779" y="0"/>
                </a:cubicBezTo>
                <a:lnTo>
                  <a:pt x="568779" y="0"/>
                </a:lnTo>
                <a:lnTo>
                  <a:pt x="585107" y="32657"/>
                </a:lnTo>
              </a:path>
            </a:pathLst>
          </a:custGeom>
          <a:ln>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8" name="Oval 27"/>
          <p:cNvSpPr/>
          <p:nvPr/>
        </p:nvSpPr>
        <p:spPr>
          <a:xfrm>
            <a:off x="947057" y="1812471"/>
            <a:ext cx="1583872" cy="538843"/>
          </a:xfrm>
          <a:prstGeom prst="ellipse">
            <a:avLst/>
          </a:prstGeom>
          <a:solidFill>
            <a:schemeClr val="accent2">
              <a:lumMod val="60000"/>
              <a:lumOff val="40000"/>
            </a:schemeClr>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New</a:t>
            </a:r>
            <a:endParaRPr lang="en-US" b="1" dirty="0">
              <a:solidFill>
                <a:schemeClr val="tx1"/>
              </a:solidFill>
            </a:endParaRPr>
          </a:p>
        </p:txBody>
      </p:sp>
      <p:sp>
        <p:nvSpPr>
          <p:cNvPr id="21" name="Rectangle 20"/>
          <p:cNvSpPr/>
          <p:nvPr/>
        </p:nvSpPr>
        <p:spPr>
          <a:xfrm>
            <a:off x="326569" y="5818781"/>
            <a:ext cx="8382000" cy="646331"/>
          </a:xfrm>
          <a:prstGeom prst="rect">
            <a:avLst/>
          </a:prstGeom>
          <a:noFill/>
          <a:effectLst/>
        </p:spPr>
        <p:style>
          <a:lnRef idx="1">
            <a:schemeClr val="accent6"/>
          </a:lnRef>
          <a:fillRef idx="3">
            <a:schemeClr val="accent6"/>
          </a:fillRef>
          <a:effectRef idx="2">
            <a:schemeClr val="accent6"/>
          </a:effectRef>
          <a:fontRef idx="minor">
            <a:schemeClr val="lt1"/>
          </a:fontRef>
        </p:style>
        <p:txBody>
          <a:bodyPr wrap="square">
            <a:spAutoFit/>
          </a:bodyPr>
          <a:lstStyle/>
          <a:p>
            <a:r>
              <a:rPr lang="en-US" dirty="0" smtClean="0">
                <a:solidFill>
                  <a:schemeClr val="tx1"/>
                </a:solidFill>
                <a:latin typeface="+mj-lt"/>
              </a:rPr>
              <a:t>For multiple processes, active process can be in ready or running state.  </a:t>
            </a:r>
          </a:p>
          <a:p>
            <a:r>
              <a:rPr lang="en-US" dirty="0" smtClean="0">
                <a:solidFill>
                  <a:schemeClr val="tx1"/>
                </a:solidFill>
                <a:latin typeface="+mj-lt"/>
              </a:rPr>
              <a:t>Ready state  is the state when it is waiting for the CPU</a:t>
            </a:r>
            <a:endParaRPr lang="en-US" dirty="0">
              <a:solidFill>
                <a:schemeClr val="tx1"/>
              </a:solidFill>
              <a:latin typeface="+mj-lt"/>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631" y="6534150"/>
            <a:ext cx="773723" cy="476250"/>
          </a:xfrm>
          <a:prstGeom prst="rect">
            <a:avLst/>
          </a:prstGeom>
        </p:spPr>
        <p:txBody>
          <a:bodyPr/>
          <a:lstStyle/>
          <a:p>
            <a:pPr algn="ctr" rtl="0" fontAlgn="base">
              <a:spcBef>
                <a:spcPct val="0"/>
              </a:spcBef>
              <a:spcAft>
                <a:spcPct val="0"/>
              </a:spcAft>
              <a:defRPr/>
            </a:pPr>
            <a:fld id="{3E616DF1-8D03-43F7-81E4-E415EE676D91}" type="slidenum">
              <a:rPr lang="en-US" sz="1200" b="1" kern="1200">
                <a:solidFill>
                  <a:srgbClr val="FFFFFF"/>
                </a:solidFill>
                <a:latin typeface="Arial"/>
                <a:ea typeface="+mn-ea"/>
                <a:cs typeface="Arial" charset="0"/>
              </a:rPr>
              <a:pPr algn="ctr" rtl="0" fontAlgn="base">
                <a:spcBef>
                  <a:spcPct val="0"/>
                </a:spcBef>
                <a:spcAft>
                  <a:spcPct val="0"/>
                </a:spcAft>
                <a:defRPr/>
              </a:pPr>
              <a:t>28</a:t>
            </a:fld>
            <a:endParaRPr lang="en-US" sz="1200" b="1" kern="1200">
              <a:solidFill>
                <a:srgbClr val="FFFFFF"/>
              </a:solidFill>
              <a:latin typeface="Arial"/>
              <a:ea typeface="+mn-ea"/>
              <a:cs typeface="Arial" charset="0"/>
            </a:endParaRPr>
          </a:p>
        </p:txBody>
      </p:sp>
      <p:sp>
        <p:nvSpPr>
          <p:cNvPr id="12293" name="Rectangle 5"/>
          <p:cNvSpPr>
            <a:spLocks noGrp="1" noChangeArrowheads="1"/>
          </p:cNvSpPr>
          <p:nvPr>
            <p:ph type="title"/>
          </p:nvPr>
        </p:nvSpPr>
        <p:spPr>
          <a:xfrm>
            <a:off x="118326" y="132735"/>
            <a:ext cx="8229600" cy="553998"/>
          </a:xfrm>
        </p:spPr>
        <p:txBody>
          <a:bodyPr/>
          <a:lstStyle/>
          <a:p>
            <a:pPr eaLnBrk="1" hangingPunct="1">
              <a:defRPr/>
            </a:pPr>
            <a:r>
              <a:rPr lang="en-US" dirty="0" smtClean="0">
                <a:solidFill>
                  <a:schemeClr val="tx1"/>
                </a:solidFill>
              </a:rPr>
              <a:t>Context Switching</a:t>
            </a:r>
          </a:p>
        </p:txBody>
      </p:sp>
      <p:sp>
        <p:nvSpPr>
          <p:cNvPr id="50180" name="Rectangle 6"/>
          <p:cNvSpPr>
            <a:spLocks noGrp="1" noChangeArrowheads="1"/>
          </p:cNvSpPr>
          <p:nvPr>
            <p:ph type="body" idx="1"/>
          </p:nvPr>
        </p:nvSpPr>
        <p:spPr>
          <a:xfrm>
            <a:off x="473529" y="1023748"/>
            <a:ext cx="8229600" cy="4525963"/>
          </a:xfrm>
        </p:spPr>
        <p:txBody>
          <a:bodyPr/>
          <a:lstStyle/>
          <a:p>
            <a:pPr algn="just" eaLnBrk="1" hangingPunct="1">
              <a:lnSpc>
                <a:spcPct val="90000"/>
              </a:lnSpc>
            </a:pPr>
            <a:r>
              <a:rPr sz="2400" dirty="0">
                <a:solidFill>
                  <a:schemeClr val="tx1"/>
                </a:solidFill>
              </a:rPr>
              <a:t>S</a:t>
            </a:r>
            <a:r>
              <a:rPr lang="en-US" sz="2400" dirty="0" smtClean="0">
                <a:solidFill>
                  <a:schemeClr val="tx1"/>
                </a:solidFill>
              </a:rPr>
              <a:t>witching the CPU from one process to another process is called as Context Switch</a:t>
            </a:r>
          </a:p>
          <a:p>
            <a:pPr algn="just" eaLnBrk="1" hangingPunct="1">
              <a:lnSpc>
                <a:spcPct val="90000"/>
              </a:lnSpc>
              <a:buFont typeface="Wingdings" pitchFamily="2" charset="2"/>
              <a:buNone/>
            </a:pPr>
            <a:endParaRPr lang="en-US" sz="2400" dirty="0" smtClean="0">
              <a:solidFill>
                <a:schemeClr val="tx1"/>
              </a:solidFill>
            </a:endParaRPr>
          </a:p>
          <a:p>
            <a:pPr algn="just" eaLnBrk="1" hangingPunct="1">
              <a:lnSpc>
                <a:spcPct val="90000"/>
              </a:lnSpc>
            </a:pPr>
            <a:r>
              <a:rPr lang="en-US" sz="2400" b="1" dirty="0" smtClean="0">
                <a:solidFill>
                  <a:schemeClr val="tx1"/>
                </a:solidFill>
              </a:rPr>
              <a:t>Context Switching</a:t>
            </a:r>
          </a:p>
          <a:p>
            <a:pPr lvl="1" algn="just" eaLnBrk="1" hangingPunct="1">
              <a:lnSpc>
                <a:spcPct val="90000"/>
              </a:lnSpc>
            </a:pPr>
            <a:r>
              <a:rPr lang="en-US" sz="2400" dirty="0" smtClean="0">
                <a:solidFill>
                  <a:schemeClr val="tx1"/>
                </a:solidFill>
              </a:rPr>
              <a:t>Keeps the CPU busy all the time</a:t>
            </a:r>
          </a:p>
          <a:p>
            <a:pPr lvl="1" algn="just" eaLnBrk="1" hangingPunct="1">
              <a:lnSpc>
                <a:spcPct val="90000"/>
              </a:lnSpc>
            </a:pPr>
            <a:r>
              <a:rPr sz="2400" dirty="0" smtClean="0">
                <a:solidFill>
                  <a:schemeClr val="tx1"/>
                </a:solidFill>
              </a:rPr>
              <a:t>Takes place</a:t>
            </a:r>
            <a:r>
              <a:rPr lang="en-US" sz="2400" dirty="0" smtClean="0">
                <a:solidFill>
                  <a:schemeClr val="tx1"/>
                </a:solidFill>
              </a:rPr>
              <a:t> when any of the following situations is encountered</a:t>
            </a:r>
          </a:p>
          <a:p>
            <a:pPr lvl="2" algn="just" eaLnBrk="1" hangingPunct="1">
              <a:lnSpc>
                <a:spcPct val="90000"/>
              </a:lnSpc>
            </a:pPr>
            <a:r>
              <a:rPr lang="en-US" sz="2400" dirty="0" smtClean="0">
                <a:solidFill>
                  <a:schemeClr val="tx1"/>
                </a:solidFill>
              </a:rPr>
              <a:t>An I/O operation </a:t>
            </a:r>
            <a:r>
              <a:rPr sz="2400" dirty="0" smtClean="0">
                <a:solidFill>
                  <a:schemeClr val="tx1"/>
                </a:solidFill>
              </a:rPr>
              <a:t>starts</a:t>
            </a:r>
            <a:endParaRPr lang="en-US" sz="2400" dirty="0" smtClean="0">
              <a:solidFill>
                <a:schemeClr val="tx1"/>
              </a:solidFill>
            </a:endParaRPr>
          </a:p>
          <a:p>
            <a:pPr lvl="2" algn="just" eaLnBrk="1" hangingPunct="1">
              <a:lnSpc>
                <a:spcPct val="90000"/>
              </a:lnSpc>
            </a:pPr>
            <a:r>
              <a:rPr lang="en-US" sz="2400" dirty="0" smtClean="0">
                <a:solidFill>
                  <a:schemeClr val="tx1"/>
                </a:solidFill>
              </a:rPr>
              <a:t>An interrupt occurs</a:t>
            </a:r>
          </a:p>
          <a:p>
            <a:pPr lvl="2" algn="just" eaLnBrk="1" hangingPunct="1">
              <a:lnSpc>
                <a:spcPct val="90000"/>
              </a:lnSpc>
            </a:pPr>
            <a:r>
              <a:rPr lang="en-US" sz="2400" dirty="0" smtClean="0">
                <a:solidFill>
                  <a:schemeClr val="tx1"/>
                </a:solidFill>
              </a:rPr>
              <a:t>An I/O operation completes</a:t>
            </a:r>
          </a:p>
          <a:p>
            <a:pPr lvl="2" algn="just" eaLnBrk="1" hangingPunct="1">
              <a:lnSpc>
                <a:spcPct val="90000"/>
              </a:lnSpc>
            </a:pPr>
            <a:r>
              <a:rPr lang="en-US" sz="2400" dirty="0" smtClean="0">
                <a:solidFill>
                  <a:schemeClr val="tx1"/>
                </a:solidFill>
              </a:rPr>
              <a:t>A  process terminates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0">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180">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18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4294967295"/>
          </p:nvPr>
        </p:nvSpPr>
        <p:spPr>
          <a:xfrm>
            <a:off x="4079631" y="6534150"/>
            <a:ext cx="773723" cy="476250"/>
          </a:xfrm>
          <a:prstGeom prst="rect">
            <a:avLst/>
          </a:prstGeom>
        </p:spPr>
        <p:txBody>
          <a:bodyPr/>
          <a:lstStyle/>
          <a:p>
            <a:pPr algn="ctr" rtl="0" fontAlgn="base">
              <a:spcBef>
                <a:spcPct val="0"/>
              </a:spcBef>
              <a:spcAft>
                <a:spcPct val="0"/>
              </a:spcAft>
              <a:defRPr/>
            </a:pPr>
            <a:fld id="{85138750-5EB1-48BB-87E3-1FEDCAEAED8B}" type="slidenum">
              <a:rPr lang="en-US" sz="1200" b="1" kern="1200">
                <a:solidFill>
                  <a:srgbClr val="FFFFFF"/>
                </a:solidFill>
                <a:latin typeface="Arial"/>
                <a:ea typeface="+mn-ea"/>
                <a:cs typeface="Arial" charset="0"/>
              </a:rPr>
              <a:pPr algn="ctr" rtl="0" fontAlgn="base">
                <a:spcBef>
                  <a:spcPct val="0"/>
                </a:spcBef>
                <a:spcAft>
                  <a:spcPct val="0"/>
                </a:spcAft>
                <a:defRPr/>
              </a:pPr>
              <a:t>29</a:t>
            </a:fld>
            <a:endParaRPr lang="en-US" sz="1200" b="1" kern="1200">
              <a:solidFill>
                <a:srgbClr val="FFFFFF"/>
              </a:solidFill>
              <a:latin typeface="Arial"/>
              <a:ea typeface="+mn-ea"/>
              <a:cs typeface="Arial" charset="0"/>
            </a:endParaRPr>
          </a:p>
        </p:txBody>
      </p:sp>
      <p:sp>
        <p:nvSpPr>
          <p:cNvPr id="13314" name="Rectangle 2"/>
          <p:cNvSpPr>
            <a:spLocks noGrp="1" noChangeArrowheads="1"/>
          </p:cNvSpPr>
          <p:nvPr>
            <p:ph type="title" idx="4294967295"/>
          </p:nvPr>
        </p:nvSpPr>
        <p:spPr>
          <a:xfrm>
            <a:off x="162232" y="103239"/>
            <a:ext cx="8229600" cy="553998"/>
          </a:xfrm>
        </p:spPr>
        <p:txBody>
          <a:bodyPr lIns="0"/>
          <a:lstStyle/>
          <a:p>
            <a:pPr eaLnBrk="1" hangingPunct="1">
              <a:defRPr/>
            </a:pPr>
            <a:r>
              <a:rPr lang="en-US" dirty="0" smtClean="0">
                <a:solidFill>
                  <a:schemeClr val="tx1"/>
                </a:solidFill>
              </a:rPr>
              <a:t>Process Control Block</a:t>
            </a:r>
          </a:p>
        </p:txBody>
      </p:sp>
      <p:sp>
        <p:nvSpPr>
          <p:cNvPr id="51204" name="Rectangle 3"/>
          <p:cNvSpPr>
            <a:spLocks noGrp="1" noChangeArrowheads="1"/>
          </p:cNvSpPr>
          <p:nvPr>
            <p:ph type="body" idx="4294967295"/>
          </p:nvPr>
        </p:nvSpPr>
        <p:spPr>
          <a:xfrm>
            <a:off x="244929" y="996043"/>
            <a:ext cx="8588520" cy="5257800"/>
          </a:xfrm>
          <a:noFill/>
        </p:spPr>
        <p:txBody>
          <a:bodyPr lIns="0" tIns="0">
            <a:normAutofit/>
          </a:bodyPr>
          <a:lstStyle/>
          <a:p>
            <a:pPr algn="just" eaLnBrk="1" hangingPunct="1"/>
            <a:r>
              <a:rPr lang="en-US" sz="2400" dirty="0" smtClean="0">
                <a:solidFill>
                  <a:schemeClr val="tx1"/>
                </a:solidFill>
              </a:rPr>
              <a:t>Structure in the Operating System which stores information about the status of the  process</a:t>
            </a:r>
          </a:p>
          <a:p>
            <a:pPr lvl="1" algn="just" eaLnBrk="1" hangingPunct="1"/>
            <a:r>
              <a:rPr lang="en-US" sz="2400" dirty="0" smtClean="0">
                <a:solidFill>
                  <a:schemeClr val="tx1"/>
                </a:solidFill>
              </a:rPr>
              <a:t>Process id</a:t>
            </a:r>
          </a:p>
          <a:p>
            <a:pPr lvl="1" algn="just" eaLnBrk="1" hangingPunct="1"/>
            <a:r>
              <a:rPr lang="en-US" sz="2400" dirty="0" smtClean="0">
                <a:solidFill>
                  <a:schemeClr val="tx1"/>
                </a:solidFill>
              </a:rPr>
              <a:t>Process State </a:t>
            </a:r>
          </a:p>
          <a:p>
            <a:pPr lvl="1" algn="just" eaLnBrk="1" hangingPunct="1"/>
            <a:r>
              <a:rPr lang="en-US" sz="2400" dirty="0" smtClean="0">
                <a:solidFill>
                  <a:schemeClr val="tx1"/>
                </a:solidFill>
              </a:rPr>
              <a:t>Program Counter value for the process</a:t>
            </a:r>
          </a:p>
          <a:p>
            <a:pPr lvl="1" algn="just" eaLnBrk="1" hangingPunct="1"/>
            <a:r>
              <a:rPr lang="en-US" sz="2400" dirty="0" smtClean="0">
                <a:solidFill>
                  <a:schemeClr val="tx1"/>
                </a:solidFill>
              </a:rPr>
              <a:t>Register information</a:t>
            </a:r>
          </a:p>
          <a:p>
            <a:pPr lvl="1" algn="just" eaLnBrk="1" hangingPunct="1"/>
            <a:r>
              <a:rPr lang="en-US" sz="2400" dirty="0" smtClean="0">
                <a:solidFill>
                  <a:schemeClr val="tx1"/>
                </a:solidFill>
              </a:rPr>
              <a:t>Memory information for the process</a:t>
            </a:r>
          </a:p>
          <a:p>
            <a:pPr lvl="1" algn="just"/>
            <a:r>
              <a:rPr sz="2400" dirty="0">
                <a:solidFill>
                  <a:schemeClr val="tx1"/>
                </a:solidFill>
              </a:rPr>
              <a:t>Accounting </a:t>
            </a:r>
            <a:r>
              <a:rPr sz="2400" dirty="0" smtClean="0">
                <a:solidFill>
                  <a:schemeClr val="tx1"/>
                </a:solidFill>
              </a:rPr>
              <a:t>information</a:t>
            </a:r>
            <a:endParaRPr lang="en-US" sz="2400" dirty="0" smtClean="0">
              <a:solidFill>
                <a:schemeClr val="tx1"/>
              </a:solidFill>
            </a:endParaRPr>
          </a:p>
          <a:p>
            <a:pPr lvl="1" algn="just" eaLnBrk="1" hangingPunct="1"/>
            <a:r>
              <a:rPr lang="en-US" sz="2400" dirty="0" smtClean="0">
                <a:solidFill>
                  <a:schemeClr val="tx1"/>
                </a:solidFill>
              </a:rPr>
              <a:t>List of open files</a:t>
            </a:r>
          </a:p>
          <a:p>
            <a:pPr lvl="1" algn="just" eaLnBrk="1" hangingPunct="1"/>
            <a:r>
              <a:rPr lang="en-US" sz="2400" dirty="0" smtClean="0">
                <a:solidFill>
                  <a:schemeClr val="tx1"/>
                </a:solidFill>
              </a:rPr>
              <a:t>Inter Process communication Information</a:t>
            </a:r>
          </a:p>
          <a:p>
            <a:pPr lvl="1" algn="just" eaLnBrk="1" hangingPunct="1"/>
            <a:r>
              <a:rPr lang="en-US" sz="2400" dirty="0" smtClean="0">
                <a:solidFill>
                  <a:schemeClr val="tx1"/>
                </a:solidFill>
              </a:rPr>
              <a:t>Pointer to the PCB of the next process to </a:t>
            </a:r>
            <a:r>
              <a:rPr sz="2400" dirty="0" smtClean="0">
                <a:solidFill>
                  <a:schemeClr val="tx1"/>
                </a:solidFill>
              </a:rPr>
              <a:t>execute</a:t>
            </a:r>
            <a:endParaRPr lang="en-US" sz="2400" dirty="0" smtClean="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0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0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0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0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0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20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20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632" y="6534150"/>
            <a:ext cx="773723" cy="476250"/>
          </a:xfrm>
          <a:prstGeom prst="rect">
            <a:avLst/>
          </a:prstGeom>
        </p:spPr>
        <p:txBody>
          <a:bodyPr/>
          <a:lstStyle/>
          <a:p>
            <a:pPr algn="ctr" rtl="0" fontAlgn="base">
              <a:spcBef>
                <a:spcPct val="0"/>
              </a:spcBef>
              <a:spcAft>
                <a:spcPct val="0"/>
              </a:spcAft>
              <a:defRPr/>
            </a:pPr>
            <a:fld id="{536DC6B6-C5C1-4D80-A040-62FB373E7D51}" type="slidenum">
              <a:rPr lang="en-US" sz="1200" b="1" kern="1200">
                <a:solidFill>
                  <a:srgbClr val="FFFFFF"/>
                </a:solidFill>
                <a:latin typeface="Arial"/>
                <a:ea typeface="+mn-ea"/>
                <a:cs typeface="Arial" charset="0"/>
              </a:rPr>
              <a:pPr algn="ctr" rtl="0" fontAlgn="base">
                <a:spcBef>
                  <a:spcPct val="0"/>
                </a:spcBef>
                <a:spcAft>
                  <a:spcPct val="0"/>
                </a:spcAft>
                <a:defRPr/>
              </a:pPr>
              <a:t>30</a:t>
            </a:fld>
            <a:endParaRPr lang="en-US" sz="1200" b="1" kern="1200">
              <a:solidFill>
                <a:srgbClr val="FFFFFF"/>
              </a:solidFill>
              <a:latin typeface="Arial"/>
              <a:ea typeface="+mn-ea"/>
              <a:cs typeface="Arial" charset="0"/>
            </a:endParaRPr>
          </a:p>
        </p:txBody>
      </p:sp>
      <p:sp>
        <p:nvSpPr>
          <p:cNvPr id="48130" name="Title 1"/>
          <p:cNvSpPr>
            <a:spLocks noGrp="1"/>
          </p:cNvSpPr>
          <p:nvPr>
            <p:ph type="title"/>
          </p:nvPr>
        </p:nvSpPr>
        <p:spPr>
          <a:xfrm>
            <a:off x="261257" y="213081"/>
            <a:ext cx="8229600" cy="553998"/>
          </a:xfrm>
        </p:spPr>
        <p:txBody>
          <a:bodyPr lIns="0"/>
          <a:lstStyle/>
          <a:p>
            <a:pPr eaLnBrk="1" hangingPunct="1">
              <a:defRPr/>
            </a:pPr>
            <a:r>
              <a:rPr dirty="0" smtClean="0">
                <a:solidFill>
                  <a:schemeClr val="tx1"/>
                </a:solidFill>
              </a:rPr>
              <a:t>Quiz</a:t>
            </a:r>
            <a:endParaRPr lang="en-US" dirty="0" smtClean="0">
              <a:solidFill>
                <a:schemeClr val="tx1"/>
              </a:solidFill>
            </a:endParaRPr>
          </a:p>
        </p:txBody>
      </p:sp>
      <p:sp>
        <p:nvSpPr>
          <p:cNvPr id="112643" name="Content Placeholder 2"/>
          <p:cNvSpPr>
            <a:spLocks noGrp="1"/>
          </p:cNvSpPr>
          <p:nvPr>
            <p:ph type="body" idx="1"/>
          </p:nvPr>
        </p:nvSpPr>
        <p:spPr>
          <a:xfrm>
            <a:off x="485967" y="986971"/>
            <a:ext cx="8229600" cy="5168900"/>
          </a:xfrm>
        </p:spPr>
        <p:txBody>
          <a:bodyPr lIns="0" tIns="0">
            <a:normAutofit/>
          </a:bodyPr>
          <a:lstStyle/>
          <a:p>
            <a:pPr eaLnBrk="1" hangingPunct="1"/>
            <a:endParaRPr lang="en-US" sz="1200" dirty="0" smtClean="0"/>
          </a:p>
          <a:p>
            <a:pPr algn="just">
              <a:buNone/>
            </a:pPr>
            <a:r>
              <a:rPr sz="2400" dirty="0" smtClean="0">
                <a:solidFill>
                  <a:schemeClr val="tx1"/>
                </a:solidFill>
              </a:rPr>
              <a:t>State True or False:</a:t>
            </a:r>
          </a:p>
          <a:p>
            <a:pPr algn="just"/>
            <a:r>
              <a:rPr sz="2400" dirty="0">
                <a:solidFill>
                  <a:schemeClr val="tx1"/>
                </a:solidFill>
              </a:rPr>
              <a:t>Context </a:t>
            </a:r>
            <a:r>
              <a:rPr sz="2400" dirty="0" smtClean="0">
                <a:solidFill>
                  <a:schemeClr val="tx1"/>
                </a:solidFill>
              </a:rPr>
              <a:t>Switching is an </a:t>
            </a:r>
            <a:r>
              <a:rPr sz="2400" dirty="0">
                <a:solidFill>
                  <a:schemeClr val="tx1"/>
                </a:solidFill>
              </a:rPr>
              <a:t>overhead</a:t>
            </a:r>
            <a:endParaRPr sz="2400" dirty="0" smtClean="0">
              <a:solidFill>
                <a:schemeClr val="tx1"/>
              </a:solidFill>
            </a:endParaRPr>
          </a:p>
          <a:p>
            <a:pPr algn="just"/>
            <a:r>
              <a:rPr sz="2400" dirty="0" smtClean="0">
                <a:solidFill>
                  <a:schemeClr val="tx1"/>
                </a:solidFill>
              </a:rPr>
              <a:t>A process cannot move from Run state to Ready state</a:t>
            </a:r>
          </a:p>
          <a:p>
            <a:pPr algn="just"/>
            <a:r>
              <a:rPr sz="2400" dirty="0" smtClean="0">
                <a:solidFill>
                  <a:schemeClr val="tx1"/>
                </a:solidFill>
              </a:rPr>
              <a:t>Program is an active entity</a:t>
            </a:r>
          </a:p>
          <a:p>
            <a:pPr algn="just"/>
            <a:r>
              <a:rPr sz="2400" dirty="0" smtClean="0">
                <a:solidFill>
                  <a:schemeClr val="tx1"/>
                </a:solidFill>
              </a:rPr>
              <a:t>Context Switching occurs when an I/O operation starts as well as completes</a:t>
            </a:r>
          </a:p>
          <a:p>
            <a:pPr algn="just">
              <a:buNone/>
            </a:pPr>
            <a:endParaRPr sz="2400" dirty="0" smtClean="0">
              <a:solidFill>
                <a:schemeClr val="tx1"/>
              </a:solidFill>
            </a:endParaRPr>
          </a:p>
          <a:p>
            <a:pPr marL="231775" lvl="1" indent="-231775" algn="just">
              <a:buFont typeface="Arial"/>
              <a:buChar char="•"/>
            </a:pPr>
            <a:r>
              <a:rPr sz="2400" dirty="0">
                <a:solidFill>
                  <a:schemeClr val="tx1"/>
                </a:solidFill>
              </a:rPr>
              <a:t>Process requires processor, memory and </a:t>
            </a:r>
            <a:r>
              <a:rPr sz="2400" dirty="0" smtClean="0">
                <a:solidFill>
                  <a:schemeClr val="tx1"/>
                </a:solidFill>
              </a:rPr>
              <a:t>________ </a:t>
            </a:r>
            <a:r>
              <a:rPr sz="2400" dirty="0">
                <a:solidFill>
                  <a:schemeClr val="tx1"/>
                </a:solidFill>
              </a:rPr>
              <a:t>for its execution</a:t>
            </a:r>
          </a:p>
          <a:p>
            <a:pPr>
              <a:buNone/>
            </a:pPr>
            <a:endParaRPr sz="2400" dirty="0" smtClean="0"/>
          </a:p>
          <a:p>
            <a:pPr marL="231775" lvl="1" indent="-231775">
              <a:buNone/>
            </a:pPr>
            <a:endParaRPr sz="2400" dirty="0">
              <a:cs typeface="Arial"/>
            </a:endParaRPr>
          </a:p>
          <a:p>
            <a:pPr eaLnBrk="1" hangingPunct="1"/>
            <a:endParaRPr lang="en-US" sz="2400" dirty="0" smtClean="0"/>
          </a:p>
          <a:p>
            <a:pPr eaLnBrk="1" hangingPunct="1">
              <a:buNone/>
            </a:pPr>
            <a:endParaRPr lang="en-US" sz="2400" dirty="0" smtClean="0"/>
          </a:p>
          <a:p>
            <a:pPr eaLnBrk="1" hangingPunct="1"/>
            <a:endParaRPr lang="en-US" sz="2400" dirty="0" smtClean="0"/>
          </a:p>
          <a:p>
            <a:pPr eaLnBrk="1" hangingPunct="1">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dirty="0">
                <a:solidFill>
                  <a:schemeClr val="tx1"/>
                </a:solidFill>
              </a:rPr>
              <a:t>File </a:t>
            </a:r>
            <a:r>
              <a:rPr dirty="0" smtClean="0">
                <a:solidFill>
                  <a:schemeClr val="tx1"/>
                </a:solidFill>
              </a:rPr>
              <a:t>Management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569" y="58994"/>
            <a:ext cx="8229600" cy="553998"/>
          </a:xfrm>
        </p:spPr>
        <p:txBody>
          <a:bodyPr/>
          <a:lstStyle/>
          <a:p>
            <a:pPr>
              <a:defRPr/>
            </a:pPr>
            <a:r>
              <a:rPr lang="en-US" dirty="0" smtClean="0">
                <a:solidFill>
                  <a:schemeClr val="tx1"/>
                </a:solidFill>
              </a:rPr>
              <a:t>File Concepts</a:t>
            </a:r>
            <a:endParaRPr lang="en-US" dirty="0">
              <a:solidFill>
                <a:schemeClr val="tx1"/>
              </a:solidFill>
            </a:endParaRPr>
          </a:p>
        </p:txBody>
      </p:sp>
      <p:sp>
        <p:nvSpPr>
          <p:cNvPr id="19459" name="Content Placeholder 2"/>
          <p:cNvSpPr>
            <a:spLocks noGrp="1"/>
          </p:cNvSpPr>
          <p:nvPr>
            <p:ph idx="1"/>
          </p:nvPr>
        </p:nvSpPr>
        <p:spPr>
          <a:xfrm>
            <a:off x="386444" y="985156"/>
            <a:ext cx="8229600" cy="5118100"/>
          </a:xfrm>
        </p:spPr>
        <p:txBody>
          <a:bodyPr>
            <a:normAutofit fontScale="92500" lnSpcReduction="10000"/>
          </a:bodyPr>
          <a:lstStyle/>
          <a:p>
            <a:pPr>
              <a:lnSpc>
                <a:spcPct val="150000"/>
              </a:lnSpc>
            </a:pPr>
            <a:r>
              <a:rPr sz="2400" b="1" dirty="0">
                <a:solidFill>
                  <a:schemeClr val="tx1"/>
                </a:solidFill>
              </a:rPr>
              <a:t>File is a collection of </a:t>
            </a:r>
            <a:r>
              <a:rPr sz="2400" b="1" dirty="0" smtClean="0">
                <a:solidFill>
                  <a:schemeClr val="tx1"/>
                </a:solidFill>
              </a:rPr>
              <a:t>data </a:t>
            </a:r>
            <a:r>
              <a:rPr sz="2400" b="1" dirty="0">
                <a:solidFill>
                  <a:schemeClr val="tx1"/>
                </a:solidFill>
              </a:rPr>
              <a:t>or </a:t>
            </a:r>
            <a:r>
              <a:rPr sz="2400" b="1" dirty="0" smtClean="0">
                <a:solidFill>
                  <a:schemeClr val="tx1"/>
                </a:solidFill>
              </a:rPr>
              <a:t>information</a:t>
            </a:r>
            <a:endParaRPr sz="2400" dirty="0">
              <a:solidFill>
                <a:schemeClr val="tx1"/>
              </a:solidFill>
            </a:endParaRPr>
          </a:p>
          <a:p>
            <a:pPr>
              <a:lnSpc>
                <a:spcPct val="150000"/>
              </a:lnSpc>
            </a:pPr>
            <a:r>
              <a:rPr lang="en-US" sz="2400" b="1" dirty="0" smtClean="0">
                <a:solidFill>
                  <a:schemeClr val="tx1"/>
                </a:solidFill>
              </a:rPr>
              <a:t>File is a logical unit </a:t>
            </a:r>
          </a:p>
          <a:p>
            <a:pPr lvl="1">
              <a:lnSpc>
                <a:spcPct val="150000"/>
              </a:lnSpc>
            </a:pPr>
            <a:r>
              <a:rPr sz="2200" dirty="0" smtClean="0">
                <a:solidFill>
                  <a:schemeClr val="tx1"/>
                </a:solidFill>
              </a:rPr>
              <a:t>File Management System is a part of Operating System</a:t>
            </a:r>
          </a:p>
          <a:p>
            <a:pPr lvl="1">
              <a:lnSpc>
                <a:spcPct val="150000"/>
              </a:lnSpc>
            </a:pPr>
            <a:r>
              <a:rPr sz="2200" dirty="0" smtClean="0">
                <a:solidFill>
                  <a:schemeClr val="tx1"/>
                </a:solidFill>
              </a:rPr>
              <a:t>File System maps l</a:t>
            </a:r>
            <a:r>
              <a:rPr lang="en-US" sz="2200" dirty="0" smtClean="0">
                <a:solidFill>
                  <a:schemeClr val="tx1"/>
                </a:solidFill>
              </a:rPr>
              <a:t>ogical files to physical entities </a:t>
            </a:r>
          </a:p>
          <a:p>
            <a:pPr lvl="1"/>
            <a:r>
              <a:rPr sz="2200" dirty="0" smtClean="0">
                <a:solidFill>
                  <a:schemeClr val="tx1"/>
                </a:solidFill>
              </a:rPr>
              <a:t>File System</a:t>
            </a:r>
            <a:r>
              <a:rPr lang="en-US" sz="2200" dirty="0" smtClean="0">
                <a:solidFill>
                  <a:schemeClr val="tx1"/>
                </a:solidFill>
              </a:rPr>
              <a:t> adds some attributes to the file i</a:t>
            </a:r>
            <a:r>
              <a:rPr sz="2200" dirty="0" smtClean="0">
                <a:solidFill>
                  <a:schemeClr val="tx1"/>
                </a:solidFill>
              </a:rPr>
              <a:t>n </a:t>
            </a:r>
            <a:r>
              <a:rPr sz="2200" dirty="0">
                <a:solidFill>
                  <a:schemeClr val="tx1"/>
                </a:solidFill>
              </a:rPr>
              <a:t>order to keep track of the file and manage it </a:t>
            </a:r>
            <a:endParaRPr lang="en-US" sz="2200" dirty="0" smtClean="0">
              <a:solidFill>
                <a:schemeClr val="tx1"/>
              </a:solidFill>
            </a:endParaRPr>
          </a:p>
          <a:p>
            <a:pPr>
              <a:lnSpc>
                <a:spcPct val="150000"/>
              </a:lnSpc>
            </a:pPr>
            <a:r>
              <a:rPr lang="en-US" sz="2400" b="1" dirty="0" smtClean="0">
                <a:solidFill>
                  <a:schemeClr val="tx1"/>
                </a:solidFill>
              </a:rPr>
              <a:t>Attributes of File</a:t>
            </a:r>
          </a:p>
          <a:p>
            <a:pPr lvl="1">
              <a:lnSpc>
                <a:spcPct val="150000"/>
              </a:lnSpc>
            </a:pPr>
            <a:r>
              <a:rPr lang="en-US" sz="2200" dirty="0" smtClean="0">
                <a:solidFill>
                  <a:schemeClr val="tx1"/>
                </a:solidFill>
              </a:rPr>
              <a:t>Name</a:t>
            </a:r>
          </a:p>
          <a:p>
            <a:pPr lvl="1"/>
            <a:r>
              <a:rPr lang="en-US" sz="2200" dirty="0" smtClean="0">
                <a:solidFill>
                  <a:schemeClr val="tx1"/>
                </a:solidFill>
              </a:rPr>
              <a:t>Type – Ex. </a:t>
            </a:r>
          </a:p>
          <a:p>
            <a:pPr lvl="1"/>
            <a:r>
              <a:rPr lang="en-US" sz="2200" dirty="0" smtClean="0">
                <a:solidFill>
                  <a:schemeClr val="tx1"/>
                </a:solidFill>
              </a:rPr>
              <a:t>Protection     </a:t>
            </a:r>
          </a:p>
          <a:p>
            <a:pPr lvl="1"/>
            <a:r>
              <a:rPr lang="en-US" sz="2200" dirty="0" smtClean="0">
                <a:solidFill>
                  <a:schemeClr val="tx1"/>
                </a:solidFill>
              </a:rPr>
              <a:t>Location </a:t>
            </a:r>
          </a:p>
          <a:p>
            <a:pPr lvl="1"/>
            <a:r>
              <a:rPr lang="en-US" sz="2200" dirty="0" smtClean="0">
                <a:solidFill>
                  <a:schemeClr val="tx1"/>
                </a:solidFill>
              </a:rPr>
              <a:t>Size</a:t>
            </a:r>
          </a:p>
          <a:p>
            <a:pPr>
              <a:buFont typeface="Wingdings" pitchFamily="2" charset="2"/>
              <a:buNone/>
            </a:pPr>
            <a:endParaRPr lang="en-US" dirty="0" smtClean="0"/>
          </a:p>
        </p:txBody>
      </p:sp>
      <p:sp>
        <p:nvSpPr>
          <p:cNvPr id="4" name="Slide Number Placeholder 3"/>
          <p:cNvSpPr>
            <a:spLocks noGrp="1"/>
          </p:cNvSpPr>
          <p:nvPr>
            <p:ph type="sldNum" sz="quarter" idx="4294967295"/>
          </p:nvPr>
        </p:nvSpPr>
        <p:spPr>
          <a:xfrm>
            <a:off x="4079875" y="6477000"/>
            <a:ext cx="773113" cy="476250"/>
          </a:xfrm>
          <a:prstGeom prst="rect">
            <a:avLst/>
          </a:prstGeom>
        </p:spPr>
        <p:txBody>
          <a:bodyPr/>
          <a:lstStyle/>
          <a:p>
            <a:pPr algn="ctr" rtl="0" fontAlgn="base">
              <a:spcBef>
                <a:spcPct val="0"/>
              </a:spcBef>
              <a:spcAft>
                <a:spcPct val="0"/>
              </a:spcAft>
              <a:defRPr/>
            </a:pPr>
            <a:fld id="{2EF8A001-A99C-4A12-8B0D-0D5D8085429C}" type="slidenum">
              <a:rPr lang="en-US" sz="1200" b="1" kern="1200">
                <a:solidFill>
                  <a:srgbClr val="FFFFFF"/>
                </a:solidFill>
                <a:latin typeface="Arial" charset="0"/>
                <a:ea typeface="+mn-ea"/>
                <a:cs typeface="Arial" charset="0"/>
              </a:rPr>
              <a:pPr algn="ctr" rtl="0" fontAlgn="base">
                <a:spcBef>
                  <a:spcPct val="0"/>
                </a:spcBef>
                <a:spcAft>
                  <a:spcPct val="0"/>
                </a:spcAft>
                <a:defRPr/>
              </a:pPr>
              <a:t>32</a:t>
            </a:fld>
            <a:endParaRPr lang="en-US" sz="1200" b="1" kern="1200">
              <a:solidFill>
                <a:srgbClr val="FFFFFF"/>
              </a:solidFill>
              <a:latin typeface="Arial" charset="0"/>
              <a:ea typeface="+mn-ea"/>
              <a:cs typeface="Arial"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45" y="132736"/>
            <a:ext cx="8229600" cy="553998"/>
          </a:xfrm>
        </p:spPr>
        <p:txBody>
          <a:bodyPr/>
          <a:lstStyle/>
          <a:p>
            <a:pPr>
              <a:defRPr/>
            </a:pPr>
            <a:r>
              <a:rPr lang="en-US" dirty="0" smtClean="0">
                <a:solidFill>
                  <a:schemeClr val="tx1"/>
                </a:solidFill>
              </a:rPr>
              <a:t>File Operations</a:t>
            </a:r>
            <a:endParaRPr lang="en-US" dirty="0">
              <a:solidFill>
                <a:schemeClr val="tx1"/>
              </a:solidFill>
            </a:endParaRPr>
          </a:p>
        </p:txBody>
      </p:sp>
      <p:graphicFrame>
        <p:nvGraphicFramePr>
          <p:cNvPr id="6" name="Content Placeholder 5"/>
          <p:cNvGraphicFramePr>
            <a:graphicFrameLocks noGrp="1"/>
          </p:cNvGraphicFramePr>
          <p:nvPr>
            <p:ph idx="1"/>
          </p:nvPr>
        </p:nvGraphicFramePr>
        <p:xfrm>
          <a:off x="408215" y="1056406"/>
          <a:ext cx="82296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4294967295"/>
          </p:nvPr>
        </p:nvSpPr>
        <p:spPr>
          <a:xfrm>
            <a:off x="4079875" y="6477000"/>
            <a:ext cx="773113" cy="476250"/>
          </a:xfrm>
          <a:prstGeom prst="rect">
            <a:avLst/>
          </a:prstGeom>
        </p:spPr>
        <p:txBody>
          <a:bodyPr/>
          <a:lstStyle/>
          <a:p>
            <a:pPr algn="ctr" rtl="0" fontAlgn="base">
              <a:spcBef>
                <a:spcPct val="0"/>
              </a:spcBef>
              <a:spcAft>
                <a:spcPct val="0"/>
              </a:spcAft>
              <a:defRPr/>
            </a:pPr>
            <a:fld id="{CBE43666-E705-47E7-9078-13D529147D96}" type="slidenum">
              <a:rPr lang="en-US" sz="1200" b="1" kern="1200">
                <a:solidFill>
                  <a:srgbClr val="FFFFFF"/>
                </a:solidFill>
                <a:latin typeface="Arial" charset="0"/>
                <a:ea typeface="+mn-ea"/>
                <a:cs typeface="Arial" charset="0"/>
              </a:rPr>
              <a:pPr algn="ctr" rtl="0" fontAlgn="base">
                <a:spcBef>
                  <a:spcPct val="0"/>
                </a:spcBef>
                <a:spcAft>
                  <a:spcPct val="0"/>
                </a:spcAft>
                <a:defRPr/>
              </a:pPr>
              <a:t>33</a:t>
            </a:fld>
            <a:endParaRPr lang="en-US" sz="1200" b="1" kern="1200">
              <a:solidFill>
                <a:srgbClr val="FFFFFF"/>
              </a:solidFill>
              <a:latin typeface="Arial" charset="0"/>
              <a:ea typeface="+mn-ea"/>
              <a:cs typeface="Arial"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875" y="6477000"/>
            <a:ext cx="773113" cy="476250"/>
          </a:xfrm>
          <a:prstGeom prst="rect">
            <a:avLst/>
          </a:prstGeom>
        </p:spPr>
        <p:txBody>
          <a:bodyPr/>
          <a:lstStyle/>
          <a:p>
            <a:pPr algn="ctr" rtl="0" fontAlgn="base">
              <a:spcBef>
                <a:spcPct val="0"/>
              </a:spcBef>
              <a:spcAft>
                <a:spcPct val="0"/>
              </a:spcAft>
              <a:defRPr/>
            </a:pPr>
            <a:fld id="{703D1B73-DC22-4DC6-9750-31E8D766BB92}" type="slidenum">
              <a:rPr lang="en-US" sz="1200" b="1" kern="1200">
                <a:solidFill>
                  <a:srgbClr val="FFFFFF"/>
                </a:solidFill>
                <a:latin typeface="Arial" charset="0"/>
                <a:ea typeface="+mn-ea"/>
                <a:cs typeface="Arial" charset="0"/>
              </a:rPr>
              <a:pPr algn="ctr" rtl="0" fontAlgn="base">
                <a:spcBef>
                  <a:spcPct val="0"/>
                </a:spcBef>
                <a:spcAft>
                  <a:spcPct val="0"/>
                </a:spcAft>
                <a:defRPr/>
              </a:pPr>
              <a:t>34</a:t>
            </a:fld>
            <a:endParaRPr lang="en-US" sz="1200" b="1" kern="1200" dirty="0">
              <a:solidFill>
                <a:srgbClr val="FFFFFF"/>
              </a:solidFill>
              <a:latin typeface="Arial" charset="0"/>
              <a:ea typeface="+mn-ea"/>
              <a:cs typeface="Arial" charset="0"/>
            </a:endParaRPr>
          </a:p>
        </p:txBody>
      </p:sp>
      <p:sp>
        <p:nvSpPr>
          <p:cNvPr id="27653" name="Rectangle 5"/>
          <p:cNvSpPr>
            <a:spLocks noGrp="1" noChangeArrowheads="1"/>
          </p:cNvSpPr>
          <p:nvPr>
            <p:ph type="title"/>
          </p:nvPr>
        </p:nvSpPr>
        <p:spPr>
          <a:xfrm>
            <a:off x="129575" y="162233"/>
            <a:ext cx="8229600" cy="553998"/>
          </a:xfrm>
        </p:spPr>
        <p:txBody>
          <a:bodyPr/>
          <a:lstStyle/>
          <a:p>
            <a:pPr eaLnBrk="1" hangingPunct="1">
              <a:defRPr/>
            </a:pPr>
            <a:r>
              <a:rPr lang="en-US" dirty="0" smtClean="0">
                <a:solidFill>
                  <a:schemeClr val="tx1"/>
                </a:solidFill>
              </a:rPr>
              <a:t>File Management System</a:t>
            </a:r>
          </a:p>
        </p:txBody>
      </p:sp>
      <p:sp>
        <p:nvSpPr>
          <p:cNvPr id="21508" name="Rectangle 6"/>
          <p:cNvSpPr>
            <a:spLocks noGrp="1" noChangeArrowheads="1"/>
          </p:cNvSpPr>
          <p:nvPr>
            <p:ph type="body" idx="1"/>
          </p:nvPr>
        </p:nvSpPr>
        <p:spPr>
          <a:xfrm>
            <a:off x="424543" y="1007420"/>
            <a:ext cx="8229600" cy="4525963"/>
          </a:xfrm>
        </p:spPr>
        <p:txBody>
          <a:bodyPr>
            <a:normAutofit/>
          </a:bodyPr>
          <a:lstStyle/>
          <a:p>
            <a:pPr eaLnBrk="1" hangingPunct="1">
              <a:lnSpc>
                <a:spcPct val="90000"/>
              </a:lnSpc>
            </a:pPr>
            <a:r>
              <a:rPr sz="2400" dirty="0" smtClean="0">
                <a:solidFill>
                  <a:schemeClr val="tx1"/>
                </a:solidFill>
              </a:rPr>
              <a:t>File System</a:t>
            </a:r>
            <a:r>
              <a:rPr lang="en-US" sz="2400" dirty="0" smtClean="0">
                <a:solidFill>
                  <a:schemeClr val="tx1"/>
                </a:solidFill>
              </a:rPr>
              <a:t> deals  with effective information management</a:t>
            </a:r>
          </a:p>
          <a:p>
            <a:pPr eaLnBrk="1" hangingPunct="1">
              <a:lnSpc>
                <a:spcPct val="90000"/>
              </a:lnSpc>
            </a:pPr>
            <a:endParaRPr lang="en-US" sz="2400" dirty="0" smtClean="0">
              <a:solidFill>
                <a:schemeClr val="tx1"/>
              </a:solidFill>
            </a:endParaRPr>
          </a:p>
          <a:p>
            <a:pPr eaLnBrk="1" hangingPunct="1">
              <a:lnSpc>
                <a:spcPct val="90000"/>
              </a:lnSpc>
            </a:pPr>
            <a:r>
              <a:rPr lang="en-US" sz="2400" dirty="0" smtClean="0">
                <a:solidFill>
                  <a:schemeClr val="tx1"/>
                </a:solidFill>
              </a:rPr>
              <a:t>Features</a:t>
            </a:r>
          </a:p>
          <a:p>
            <a:pPr lvl="1" eaLnBrk="1" hangingPunct="1">
              <a:lnSpc>
                <a:spcPct val="90000"/>
              </a:lnSpc>
            </a:pPr>
            <a:r>
              <a:rPr lang="en-US" sz="2400" dirty="0" smtClean="0">
                <a:solidFill>
                  <a:schemeClr val="tx1"/>
                </a:solidFill>
              </a:rPr>
              <a:t>Minimal I/O operations on files</a:t>
            </a:r>
          </a:p>
          <a:p>
            <a:pPr lvl="1" eaLnBrk="1" hangingPunct="1">
              <a:lnSpc>
                <a:spcPct val="90000"/>
              </a:lnSpc>
            </a:pPr>
            <a:endParaRPr lang="en-US" sz="2400" dirty="0" smtClean="0">
              <a:solidFill>
                <a:schemeClr val="tx1"/>
              </a:solidFill>
            </a:endParaRPr>
          </a:p>
          <a:p>
            <a:pPr lvl="1" eaLnBrk="1" hangingPunct="1">
              <a:lnSpc>
                <a:spcPct val="90000"/>
              </a:lnSpc>
            </a:pPr>
            <a:r>
              <a:rPr lang="en-US" sz="2400" dirty="0" smtClean="0">
                <a:solidFill>
                  <a:schemeClr val="tx1"/>
                </a:solidFill>
              </a:rPr>
              <a:t>Flexibility between logical and physical block size</a:t>
            </a:r>
          </a:p>
          <a:p>
            <a:pPr lvl="1" eaLnBrk="1" hangingPunct="1">
              <a:lnSpc>
                <a:spcPct val="90000"/>
              </a:lnSpc>
            </a:pPr>
            <a:endParaRPr lang="en-US" sz="2400" dirty="0" smtClean="0">
              <a:solidFill>
                <a:schemeClr val="tx1"/>
              </a:solidFill>
            </a:endParaRPr>
          </a:p>
          <a:p>
            <a:pPr lvl="1" eaLnBrk="1" hangingPunct="1">
              <a:lnSpc>
                <a:spcPct val="90000"/>
              </a:lnSpc>
            </a:pPr>
            <a:r>
              <a:rPr lang="en-US" sz="2400" dirty="0" smtClean="0">
                <a:solidFill>
                  <a:schemeClr val="tx1"/>
                </a:solidFill>
              </a:rPr>
              <a:t>Automatic allocation of file space</a:t>
            </a:r>
          </a:p>
          <a:p>
            <a:pPr lvl="1" eaLnBrk="1" hangingPunct="1">
              <a:lnSpc>
                <a:spcPct val="90000"/>
              </a:lnSpc>
            </a:pPr>
            <a:endParaRPr lang="en-US" sz="2400" dirty="0" smtClean="0">
              <a:solidFill>
                <a:schemeClr val="tx1"/>
              </a:solidFill>
            </a:endParaRPr>
          </a:p>
          <a:p>
            <a:pPr lvl="1" eaLnBrk="1" hangingPunct="1">
              <a:lnSpc>
                <a:spcPct val="90000"/>
              </a:lnSpc>
            </a:pPr>
            <a:r>
              <a:rPr lang="en-US" sz="2400" dirty="0" smtClean="0">
                <a:solidFill>
                  <a:schemeClr val="tx1"/>
                </a:solidFill>
              </a:rPr>
              <a:t>Flexible file naming facility such as links, aliases etc.</a:t>
            </a:r>
          </a:p>
          <a:p>
            <a:pPr lvl="1" eaLnBrk="1" hangingPunct="1">
              <a:lnSpc>
                <a:spcPct val="90000"/>
              </a:lnSpc>
            </a:pPr>
            <a:endParaRPr lang="en-US" sz="2400" b="1" dirty="0" smtClean="0">
              <a:solidFill>
                <a:schemeClr val="tx1"/>
              </a:solidFill>
            </a:endParaRPr>
          </a:p>
          <a:p>
            <a:pPr lvl="1" eaLnBrk="1" hangingPunct="1">
              <a:lnSpc>
                <a:spcPct val="90000"/>
              </a:lnSpc>
            </a:pPr>
            <a:endParaRPr lang="en-US" sz="2400" b="1" dirty="0" smtClean="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875" y="6477000"/>
            <a:ext cx="773113" cy="476250"/>
          </a:xfrm>
          <a:prstGeom prst="rect">
            <a:avLst/>
          </a:prstGeom>
        </p:spPr>
        <p:txBody>
          <a:bodyPr/>
          <a:lstStyle/>
          <a:p>
            <a:pPr algn="ctr" rtl="0" fontAlgn="base">
              <a:spcBef>
                <a:spcPct val="0"/>
              </a:spcBef>
              <a:spcAft>
                <a:spcPct val="0"/>
              </a:spcAft>
              <a:defRPr/>
            </a:pPr>
            <a:fld id="{703D1B73-DC22-4DC6-9750-31E8D766BB92}" type="slidenum">
              <a:rPr lang="en-US" sz="1200" b="1" kern="1200">
                <a:solidFill>
                  <a:srgbClr val="FFFFFF"/>
                </a:solidFill>
                <a:latin typeface="Arial" charset="0"/>
                <a:ea typeface="+mn-ea"/>
                <a:cs typeface="Arial" charset="0"/>
              </a:rPr>
              <a:pPr algn="ctr" rtl="0" fontAlgn="base">
                <a:spcBef>
                  <a:spcPct val="0"/>
                </a:spcBef>
                <a:spcAft>
                  <a:spcPct val="0"/>
                </a:spcAft>
                <a:defRPr/>
              </a:pPr>
              <a:t>35</a:t>
            </a:fld>
            <a:endParaRPr lang="en-US" sz="1200" b="1" kern="1200" dirty="0">
              <a:solidFill>
                <a:srgbClr val="FFFFFF"/>
              </a:solidFill>
              <a:latin typeface="Arial" charset="0"/>
              <a:ea typeface="+mn-ea"/>
              <a:cs typeface="Arial" charset="0"/>
            </a:endParaRPr>
          </a:p>
        </p:txBody>
      </p:sp>
      <p:sp>
        <p:nvSpPr>
          <p:cNvPr id="27653" name="Rectangle 5"/>
          <p:cNvSpPr>
            <a:spLocks noGrp="1" noChangeArrowheads="1"/>
          </p:cNvSpPr>
          <p:nvPr>
            <p:ph type="title"/>
          </p:nvPr>
        </p:nvSpPr>
        <p:spPr>
          <a:xfrm>
            <a:off x="144323" y="206478"/>
            <a:ext cx="8229600" cy="553998"/>
          </a:xfrm>
        </p:spPr>
        <p:txBody>
          <a:bodyPr/>
          <a:lstStyle/>
          <a:p>
            <a:pPr eaLnBrk="1" hangingPunct="1">
              <a:defRPr/>
            </a:pPr>
            <a:r>
              <a:rPr lang="en-US" dirty="0" smtClean="0">
                <a:solidFill>
                  <a:schemeClr val="tx1"/>
                </a:solidFill>
              </a:rPr>
              <a:t>Responsibilities of File Management System</a:t>
            </a:r>
          </a:p>
        </p:txBody>
      </p:sp>
      <p:sp>
        <p:nvSpPr>
          <p:cNvPr id="21508" name="Rectangle 6"/>
          <p:cNvSpPr>
            <a:spLocks noGrp="1" noChangeArrowheads="1"/>
          </p:cNvSpPr>
          <p:nvPr>
            <p:ph type="body" idx="1"/>
          </p:nvPr>
        </p:nvSpPr>
        <p:spPr>
          <a:xfrm>
            <a:off x="350801" y="1081162"/>
            <a:ext cx="8335999" cy="4525963"/>
          </a:xfrm>
        </p:spPr>
        <p:txBody>
          <a:bodyPr>
            <a:normAutofit/>
          </a:bodyPr>
          <a:lstStyle/>
          <a:p>
            <a:pPr algn="just">
              <a:lnSpc>
                <a:spcPct val="90000"/>
              </a:lnSpc>
            </a:pPr>
            <a:r>
              <a:rPr sz="2400" dirty="0" smtClean="0">
                <a:solidFill>
                  <a:schemeClr val="tx1"/>
                </a:solidFill>
              </a:rPr>
              <a:t>Keeping </a:t>
            </a:r>
            <a:r>
              <a:rPr sz="2400" dirty="0">
                <a:solidFill>
                  <a:schemeClr val="tx1"/>
                </a:solidFill>
              </a:rPr>
              <a:t>track of the location of the file like the track, the sector etc. to facilitate smooth accessing of the </a:t>
            </a:r>
            <a:r>
              <a:rPr sz="2400" dirty="0" smtClean="0">
                <a:solidFill>
                  <a:schemeClr val="tx1"/>
                </a:solidFill>
              </a:rPr>
              <a:t>file</a:t>
            </a:r>
          </a:p>
          <a:p>
            <a:pPr algn="just">
              <a:lnSpc>
                <a:spcPct val="90000"/>
              </a:lnSpc>
            </a:pPr>
            <a:endParaRPr sz="2400" dirty="0" smtClean="0">
              <a:solidFill>
                <a:schemeClr val="tx1"/>
              </a:solidFill>
            </a:endParaRPr>
          </a:p>
          <a:p>
            <a:pPr lvl="0" algn="just"/>
            <a:r>
              <a:rPr sz="2400" dirty="0">
                <a:solidFill>
                  <a:schemeClr val="tx1"/>
                </a:solidFill>
              </a:rPr>
              <a:t>Allocation of storage space to the file if file is appended with more </a:t>
            </a:r>
            <a:r>
              <a:rPr sz="2400" dirty="0" smtClean="0">
                <a:solidFill>
                  <a:schemeClr val="tx1"/>
                </a:solidFill>
              </a:rPr>
              <a:t>data</a:t>
            </a:r>
          </a:p>
          <a:p>
            <a:pPr lvl="0" algn="just"/>
            <a:endParaRPr sz="2400" dirty="0">
              <a:solidFill>
                <a:schemeClr val="tx1"/>
              </a:solidFill>
            </a:endParaRPr>
          </a:p>
          <a:p>
            <a:pPr lvl="0" algn="just"/>
            <a:r>
              <a:rPr sz="2400" dirty="0">
                <a:solidFill>
                  <a:schemeClr val="tx1"/>
                </a:solidFill>
              </a:rPr>
              <a:t>Relinquish the storage space on deletion of data from the file or file </a:t>
            </a:r>
            <a:r>
              <a:rPr sz="2400" dirty="0" smtClean="0">
                <a:solidFill>
                  <a:schemeClr val="tx1"/>
                </a:solidFill>
              </a:rPr>
              <a:t>itself</a:t>
            </a:r>
          </a:p>
          <a:p>
            <a:pPr lvl="0" algn="just"/>
            <a:endParaRPr sz="2400" dirty="0">
              <a:solidFill>
                <a:schemeClr val="tx1"/>
              </a:solidFill>
            </a:endParaRPr>
          </a:p>
          <a:p>
            <a:pPr lvl="0" algn="just"/>
            <a:r>
              <a:rPr sz="2400" dirty="0">
                <a:solidFill>
                  <a:schemeClr val="tx1"/>
                </a:solidFill>
              </a:rPr>
              <a:t> Providing the ease of access to the files</a:t>
            </a:r>
          </a:p>
          <a:p>
            <a:pPr>
              <a:lnSpc>
                <a:spcPct val="90000"/>
              </a:lnSpc>
            </a:pPr>
            <a:endParaRPr lang="en-US" sz="2400" dirty="0" smtClean="0"/>
          </a:p>
          <a:p>
            <a:pPr eaLnBrk="1" hangingPunct="1">
              <a:lnSpc>
                <a:spcPct val="90000"/>
              </a:lnSpc>
            </a:pPr>
            <a:endParaRPr lang="en-US" sz="2400" dirty="0" smtClean="0"/>
          </a:p>
          <a:p>
            <a:pPr lvl="1" eaLnBrk="1" hangingPunct="1">
              <a:lnSpc>
                <a:spcPct val="90000"/>
              </a:lnSpc>
            </a:pPr>
            <a:endParaRPr lang="en-US" sz="2400" b="1" dirty="0" smtClean="0"/>
          </a:p>
          <a:p>
            <a:pPr lvl="1" eaLnBrk="1" hangingPunct="1">
              <a:lnSpc>
                <a:spcPct val="90000"/>
              </a:lnSpc>
            </a:pPr>
            <a:endParaRPr lang="en-US" sz="2400" b="1" dirty="0" smtClean="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875" y="6477000"/>
            <a:ext cx="773113" cy="476250"/>
          </a:xfrm>
          <a:prstGeom prst="rect">
            <a:avLst/>
          </a:prstGeom>
        </p:spPr>
        <p:txBody>
          <a:bodyPr/>
          <a:lstStyle/>
          <a:p>
            <a:pPr algn="ctr" rtl="0" fontAlgn="base">
              <a:spcBef>
                <a:spcPct val="0"/>
              </a:spcBef>
              <a:spcAft>
                <a:spcPct val="0"/>
              </a:spcAft>
              <a:defRPr/>
            </a:pPr>
            <a:fld id="{FC6E0C6C-FA17-40CA-9DBB-6DE4AE8F8380}" type="slidenum">
              <a:rPr lang="en-US" sz="1200" b="1" kern="1200">
                <a:solidFill>
                  <a:srgbClr val="FFFFFF"/>
                </a:solidFill>
                <a:latin typeface="Arial" charset="0"/>
                <a:ea typeface="+mn-ea"/>
                <a:cs typeface="Arial" charset="0"/>
              </a:rPr>
              <a:pPr algn="ctr" rtl="0" fontAlgn="base">
                <a:spcBef>
                  <a:spcPct val="0"/>
                </a:spcBef>
                <a:spcAft>
                  <a:spcPct val="0"/>
                </a:spcAft>
                <a:defRPr/>
              </a:pPr>
              <a:t>36</a:t>
            </a:fld>
            <a:endParaRPr lang="en-US" sz="1200" b="1" kern="1200">
              <a:solidFill>
                <a:srgbClr val="FFFFFF"/>
              </a:solidFill>
              <a:latin typeface="Arial" charset="0"/>
              <a:ea typeface="+mn-ea"/>
              <a:cs typeface="Arial" charset="0"/>
            </a:endParaRPr>
          </a:p>
        </p:txBody>
      </p:sp>
      <p:sp>
        <p:nvSpPr>
          <p:cNvPr id="28677" name="Rectangle 5"/>
          <p:cNvSpPr>
            <a:spLocks noGrp="1" noChangeArrowheads="1"/>
          </p:cNvSpPr>
          <p:nvPr>
            <p:ph type="title"/>
          </p:nvPr>
        </p:nvSpPr>
        <p:spPr>
          <a:xfrm>
            <a:off x="113246" y="132735"/>
            <a:ext cx="8229600" cy="553998"/>
          </a:xfrm>
        </p:spPr>
        <p:txBody>
          <a:bodyPr/>
          <a:lstStyle/>
          <a:p>
            <a:pPr eaLnBrk="1" hangingPunct="1">
              <a:defRPr/>
            </a:pPr>
            <a:r>
              <a:rPr lang="en-US" dirty="0" smtClean="0">
                <a:solidFill>
                  <a:schemeClr val="tx1"/>
                </a:solidFill>
              </a:rPr>
              <a:t>File Systems</a:t>
            </a:r>
          </a:p>
        </p:txBody>
      </p:sp>
      <p:sp>
        <p:nvSpPr>
          <p:cNvPr id="22532" name="Rectangle 6"/>
          <p:cNvSpPr>
            <a:spLocks noGrp="1" noChangeArrowheads="1"/>
          </p:cNvSpPr>
          <p:nvPr>
            <p:ph type="body" idx="1"/>
          </p:nvPr>
        </p:nvSpPr>
        <p:spPr>
          <a:xfrm>
            <a:off x="458606" y="980591"/>
            <a:ext cx="8229600" cy="5181600"/>
          </a:xfrm>
        </p:spPr>
        <p:txBody>
          <a:bodyPr/>
          <a:lstStyle/>
          <a:p>
            <a:pPr algn="just" eaLnBrk="1" hangingPunct="1">
              <a:lnSpc>
                <a:spcPct val="80000"/>
              </a:lnSpc>
            </a:pPr>
            <a:r>
              <a:rPr lang="en-US" sz="2200" b="1" dirty="0" smtClean="0">
                <a:solidFill>
                  <a:schemeClr val="tx1"/>
                </a:solidFill>
              </a:rPr>
              <a:t>MSDOS -FAT file system</a:t>
            </a:r>
          </a:p>
          <a:p>
            <a:pPr lvl="1" algn="just" eaLnBrk="1" hangingPunct="1">
              <a:lnSpc>
                <a:spcPct val="80000"/>
              </a:lnSpc>
            </a:pPr>
            <a:r>
              <a:rPr lang="en-US" sz="2200" dirty="0" smtClean="0">
                <a:solidFill>
                  <a:schemeClr val="tx1"/>
                </a:solidFill>
              </a:rPr>
              <a:t> File Allocation Table (FAT) is used to identify all the clusters of each and every file, allocated on the disk.</a:t>
            </a:r>
          </a:p>
          <a:p>
            <a:pPr lvl="1" algn="just" eaLnBrk="1" hangingPunct="1">
              <a:lnSpc>
                <a:spcPct val="80000"/>
              </a:lnSpc>
            </a:pPr>
            <a:r>
              <a:rPr lang="en-US" sz="2200" dirty="0" smtClean="0">
                <a:solidFill>
                  <a:schemeClr val="tx1"/>
                </a:solidFill>
              </a:rPr>
              <a:t>Very trivial and was used in Microsoft’s DOS and early versions of Windows</a:t>
            </a:r>
          </a:p>
          <a:p>
            <a:pPr lvl="1" algn="just" eaLnBrk="1" hangingPunct="1">
              <a:lnSpc>
                <a:spcPct val="80000"/>
              </a:lnSpc>
            </a:pPr>
            <a:endParaRPr lang="en-US" sz="2200" dirty="0" smtClean="0">
              <a:solidFill>
                <a:schemeClr val="tx1"/>
              </a:solidFill>
            </a:endParaRPr>
          </a:p>
          <a:p>
            <a:pPr algn="just">
              <a:lnSpc>
                <a:spcPct val="80000"/>
              </a:lnSpc>
            </a:pPr>
            <a:r>
              <a:rPr sz="2200" b="1" dirty="0">
                <a:solidFill>
                  <a:schemeClr val="tx1"/>
                </a:solidFill>
              </a:rPr>
              <a:t>UNIX - file system</a:t>
            </a:r>
          </a:p>
          <a:p>
            <a:pPr lvl="1" algn="just" eaLnBrk="1" hangingPunct="1">
              <a:lnSpc>
                <a:spcPct val="80000"/>
              </a:lnSpc>
            </a:pPr>
            <a:r>
              <a:rPr lang="en-US" sz="2200" dirty="0" smtClean="0">
                <a:solidFill>
                  <a:schemeClr val="tx1"/>
                </a:solidFill>
              </a:rPr>
              <a:t>A data structure called </a:t>
            </a:r>
            <a:r>
              <a:rPr lang="en-US" sz="2200" dirty="0" err="1" smtClean="0">
                <a:solidFill>
                  <a:schemeClr val="tx1"/>
                </a:solidFill>
              </a:rPr>
              <a:t>i</a:t>
            </a:r>
            <a:r>
              <a:rPr lang="en-US" sz="2200" dirty="0" smtClean="0">
                <a:solidFill>
                  <a:schemeClr val="tx1"/>
                </a:solidFill>
              </a:rPr>
              <a:t>-node (Index Node) block is used for describing each and every file</a:t>
            </a:r>
          </a:p>
          <a:p>
            <a:pPr lvl="1" algn="just" eaLnBrk="1" hangingPunct="1">
              <a:lnSpc>
                <a:spcPct val="80000"/>
              </a:lnSpc>
            </a:pPr>
            <a:r>
              <a:rPr lang="en-US" sz="2200" dirty="0" smtClean="0">
                <a:solidFill>
                  <a:schemeClr val="tx1"/>
                </a:solidFill>
              </a:rPr>
              <a:t>Very flexible and efficient </a:t>
            </a:r>
          </a:p>
          <a:p>
            <a:pPr lvl="1" algn="just" eaLnBrk="1" hangingPunct="1">
              <a:lnSpc>
                <a:spcPct val="80000"/>
              </a:lnSpc>
            </a:pPr>
            <a:endParaRPr lang="en-US" sz="2200" dirty="0" smtClean="0">
              <a:solidFill>
                <a:schemeClr val="tx1"/>
              </a:solidFill>
            </a:endParaRPr>
          </a:p>
          <a:p>
            <a:pPr algn="just">
              <a:lnSpc>
                <a:spcPct val="80000"/>
              </a:lnSpc>
            </a:pPr>
            <a:r>
              <a:rPr sz="2200" b="1" dirty="0" err="1">
                <a:solidFill>
                  <a:schemeClr val="tx1"/>
                </a:solidFill>
              </a:rPr>
              <a:t>NTFS</a:t>
            </a:r>
            <a:endParaRPr sz="2200" b="1" dirty="0">
              <a:solidFill>
                <a:schemeClr val="tx1"/>
              </a:solidFill>
            </a:endParaRPr>
          </a:p>
          <a:p>
            <a:pPr lvl="1" algn="just" eaLnBrk="1" hangingPunct="1">
              <a:lnSpc>
                <a:spcPct val="80000"/>
              </a:lnSpc>
            </a:pPr>
            <a:r>
              <a:rPr lang="en-US" sz="2200" dirty="0" smtClean="0">
                <a:solidFill>
                  <a:schemeClr val="tx1"/>
                </a:solidFill>
              </a:rPr>
              <a:t>New Technology File System</a:t>
            </a:r>
          </a:p>
          <a:p>
            <a:pPr lvl="1" algn="just" eaLnBrk="1" hangingPunct="1">
              <a:lnSpc>
                <a:spcPct val="80000"/>
              </a:lnSpc>
            </a:pPr>
            <a:r>
              <a:rPr lang="en-US" sz="2200" dirty="0" smtClean="0">
                <a:solidFill>
                  <a:schemeClr val="tx1"/>
                </a:solidFill>
              </a:rPr>
              <a:t>Microsoft propriety and used as replacement to FAT</a:t>
            </a:r>
          </a:p>
          <a:p>
            <a:pPr lvl="1" algn="just" eaLnBrk="1" hangingPunct="1">
              <a:lnSpc>
                <a:spcPct val="80000"/>
              </a:lnSpc>
            </a:pPr>
            <a:r>
              <a:rPr sz="2200" dirty="0" smtClean="0">
                <a:solidFill>
                  <a:schemeClr val="tx1"/>
                </a:solidFill>
              </a:rPr>
              <a:t>Very </a:t>
            </a:r>
            <a:r>
              <a:rPr lang="en-US" sz="2200" dirty="0" smtClean="0">
                <a:solidFill>
                  <a:schemeClr val="tx1"/>
                </a:solidFill>
              </a:rPr>
              <a:t>flexible and efficient</a:t>
            </a: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4294967295"/>
          </p:nvPr>
        </p:nvSpPr>
        <p:spPr>
          <a:xfrm>
            <a:off x="4079875" y="6477000"/>
            <a:ext cx="773113" cy="476250"/>
          </a:xfrm>
          <a:prstGeom prst="rect">
            <a:avLst/>
          </a:prstGeom>
        </p:spPr>
        <p:txBody>
          <a:bodyPr/>
          <a:lstStyle/>
          <a:p>
            <a:pPr algn="ctr" rtl="0" fontAlgn="base">
              <a:spcBef>
                <a:spcPct val="0"/>
              </a:spcBef>
              <a:spcAft>
                <a:spcPct val="0"/>
              </a:spcAft>
              <a:defRPr/>
            </a:pPr>
            <a:fld id="{F6B3842F-FD50-42C3-A13D-C88051E7796F}" type="slidenum">
              <a:rPr lang="en-US" sz="1200" b="1" kern="1200">
                <a:solidFill>
                  <a:srgbClr val="FFFFFF"/>
                </a:solidFill>
                <a:latin typeface="Arial" charset="0"/>
                <a:ea typeface="+mn-ea"/>
                <a:cs typeface="Arial" charset="0"/>
              </a:rPr>
              <a:pPr algn="ctr" rtl="0" fontAlgn="base">
                <a:spcBef>
                  <a:spcPct val="0"/>
                </a:spcBef>
                <a:spcAft>
                  <a:spcPct val="0"/>
                </a:spcAft>
                <a:defRPr/>
              </a:pPr>
              <a:t>37</a:t>
            </a:fld>
            <a:endParaRPr lang="en-US" sz="1200" b="1" kern="1200">
              <a:solidFill>
                <a:srgbClr val="FFFFFF"/>
              </a:solidFill>
              <a:latin typeface="Arial" charset="0"/>
              <a:ea typeface="+mn-ea"/>
              <a:cs typeface="Arial" charset="0"/>
            </a:endParaRPr>
          </a:p>
        </p:txBody>
      </p:sp>
      <p:sp>
        <p:nvSpPr>
          <p:cNvPr id="128002" name="Rectangle 2"/>
          <p:cNvSpPr>
            <a:spLocks noGrp="1" noChangeArrowheads="1"/>
          </p:cNvSpPr>
          <p:nvPr>
            <p:ph type="title" idx="4294967295"/>
          </p:nvPr>
        </p:nvSpPr>
        <p:spPr>
          <a:xfrm>
            <a:off x="142743" y="147484"/>
            <a:ext cx="8229600" cy="553998"/>
          </a:xfrm>
        </p:spPr>
        <p:txBody>
          <a:bodyPr lIns="0"/>
          <a:lstStyle/>
          <a:p>
            <a:pPr eaLnBrk="1" hangingPunct="1">
              <a:defRPr/>
            </a:pPr>
            <a:r>
              <a:rPr lang="en-US" dirty="0" smtClean="0">
                <a:solidFill>
                  <a:schemeClr val="tx1"/>
                </a:solidFill>
              </a:rPr>
              <a:t>Comparison of Different File Systems</a:t>
            </a:r>
          </a:p>
        </p:txBody>
      </p:sp>
      <p:graphicFrame>
        <p:nvGraphicFramePr>
          <p:cNvPr id="128003" name="Group 3"/>
          <p:cNvGraphicFramePr>
            <a:graphicFrameLocks noGrp="1"/>
          </p:cNvGraphicFramePr>
          <p:nvPr>
            <p:ph sz="quarter" idx="4294967295"/>
          </p:nvPr>
        </p:nvGraphicFramePr>
        <p:xfrm>
          <a:off x="446315" y="1011884"/>
          <a:ext cx="8458200" cy="5114722"/>
        </p:xfrm>
        <a:graphic>
          <a:graphicData uri="http://schemas.openxmlformats.org/drawingml/2006/table">
            <a:tbl>
              <a:tblPr>
                <a:tableStyleId>{7DF18680-E054-41AD-8BC1-D1AEF772440D}</a:tableStyleId>
              </a:tblPr>
              <a:tblGrid>
                <a:gridCol w="1981200"/>
                <a:gridCol w="2133600"/>
                <a:gridCol w="2209800"/>
                <a:gridCol w="2133600"/>
              </a:tblGrid>
              <a:tr h="457687">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800" b="1" u="none" strike="noStrike" cap="none" normalizeH="0" baseline="0" dirty="0" smtClean="0">
                          <a:ln>
                            <a:noFill/>
                          </a:ln>
                          <a:effectLst/>
                        </a:rPr>
                        <a:t>Features</a:t>
                      </a:r>
                      <a:endParaRPr kumimoji="0" lang="en-US" sz="1800" b="1" i="0" u="none" strike="noStrike" cap="none" normalizeH="0" baseline="0" dirty="0" smtClean="0">
                        <a:ln>
                          <a:noFill/>
                        </a:ln>
                        <a:solidFill>
                          <a:schemeClr val="tx2"/>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800" b="1" u="none" strike="noStrike" cap="none" normalizeH="0" baseline="0" dirty="0" smtClean="0">
                          <a:ln>
                            <a:noFill/>
                          </a:ln>
                          <a:effectLst/>
                        </a:rPr>
                        <a:t>FAT</a:t>
                      </a:r>
                      <a:endParaRPr kumimoji="0" lang="en-US" sz="1800" b="1" i="0" u="none" strike="noStrike" cap="none" normalizeH="0" baseline="0" dirty="0" smtClean="0">
                        <a:ln>
                          <a:noFill/>
                        </a:ln>
                        <a:solidFill>
                          <a:schemeClr val="tx2"/>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800" b="1" u="none" strike="noStrike" cap="none" normalizeH="0" baseline="0" dirty="0" smtClean="0">
                          <a:ln>
                            <a:noFill/>
                          </a:ln>
                          <a:effectLst/>
                        </a:rPr>
                        <a:t>NTFS</a:t>
                      </a:r>
                      <a:endParaRPr kumimoji="0" lang="en-US" sz="1800" b="1" i="0" u="none" strike="noStrike" cap="none" normalizeH="0" baseline="0" dirty="0" smtClean="0">
                        <a:ln>
                          <a:noFill/>
                        </a:ln>
                        <a:solidFill>
                          <a:schemeClr val="tx2"/>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800" b="1" u="none" strike="noStrike" cap="none" normalizeH="0" baseline="0" dirty="0" smtClean="0">
                          <a:ln>
                            <a:noFill/>
                          </a:ln>
                          <a:effectLst/>
                        </a:rPr>
                        <a:t>UNIX file System</a:t>
                      </a:r>
                      <a:endParaRPr kumimoji="0" lang="en-US" sz="1800" b="1" i="0" u="none" strike="noStrike" cap="none" normalizeH="0" baseline="0" dirty="0" smtClean="0">
                        <a:ln>
                          <a:noFill/>
                        </a:ln>
                        <a:solidFill>
                          <a:schemeClr val="tx2"/>
                        </a:solidFill>
                        <a:effectLst/>
                        <a:latin typeface="Times New Roman" pitchFamily="18" charset="0"/>
                        <a:cs typeface="Arial" charset="0"/>
                      </a:endParaRPr>
                    </a:p>
                  </a:txBody>
                  <a:tcPr horzOverflow="overflow"/>
                </a:tc>
              </a:tr>
              <a:tr h="918706">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Operating Systems</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DOS and all versions of Windows</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Windows NT, Windows  2000, Windows XP</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dirty="0" smtClean="0">
                          <a:ln>
                            <a:noFill/>
                          </a:ln>
                          <a:effectLst/>
                        </a:rPr>
                        <a:t>UNIX and Unix based OS like Linux etc.</a:t>
                      </a:r>
                      <a:endParaRPr kumimoji="0" lang="en-US" sz="1600" b="1" i="0" u="none" strike="noStrike" cap="none" normalizeH="0" baseline="0" dirty="0" smtClean="0">
                        <a:ln>
                          <a:noFill/>
                        </a:ln>
                        <a:solidFill>
                          <a:schemeClr val="tx1"/>
                        </a:solidFill>
                        <a:effectLst/>
                        <a:latin typeface="Times New Roman" pitchFamily="18" charset="0"/>
                        <a:cs typeface="Arial" charset="0"/>
                      </a:endParaRPr>
                    </a:p>
                  </a:txBody>
                  <a:tcPr horzOverflow="overflow"/>
                </a:tc>
              </a:tr>
              <a:tr h="580236">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Volume size</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Limited</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Virtually unlimited</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dirty="0" smtClean="0">
                          <a:ln>
                            <a:noFill/>
                          </a:ln>
                          <a:effectLst/>
                        </a:rPr>
                        <a:t>Virtually unlimited</a:t>
                      </a:r>
                      <a:endParaRPr kumimoji="0" lang="en-US" sz="1600" b="1" i="0" u="none" strike="noStrike" cap="none" normalizeH="0" baseline="0" dirty="0" smtClean="0">
                        <a:ln>
                          <a:noFill/>
                        </a:ln>
                        <a:solidFill>
                          <a:schemeClr val="tx1"/>
                        </a:solidFill>
                        <a:effectLst/>
                        <a:latin typeface="Times New Roman" pitchFamily="18" charset="0"/>
                        <a:cs typeface="Arial" charset="0"/>
                      </a:endParaRPr>
                    </a:p>
                  </a:txBody>
                  <a:tcPr horzOverflow="overflow"/>
                </a:tc>
              </a:tr>
              <a:tr h="835539">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Max file size</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Limited</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Limited by the volume of the disk</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Limited by the volume of the disk</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r>
              <a:tr h="470635">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Number of files</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Limited</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Large</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Large</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r>
              <a:tr h="541553">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Built-in security</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No</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Yes</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Yes</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r>
              <a:tr h="917095">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Encryption</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NO</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dirty="0" smtClean="0">
                          <a:ln>
                            <a:noFill/>
                          </a:ln>
                          <a:effectLst/>
                        </a:rPr>
                        <a:t>Supported in the recent versions like NTFS 5.</a:t>
                      </a:r>
                      <a:endParaRPr kumimoji="0" lang="en-US" sz="1600" b="1" i="0" u="none" strike="noStrike" cap="none" normalizeH="0" baseline="0" dirty="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Inherent</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r>
              <a:tr h="393271">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Fault tolerance</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smtClean="0">
                          <a:ln>
                            <a:noFill/>
                          </a:ln>
                          <a:effectLst/>
                        </a:rPr>
                        <a:t>Low</a:t>
                      </a:r>
                      <a:endParaRPr kumimoji="0" lang="en-US" sz="1600" b="1" i="0" u="none" strike="noStrike" cap="none" normalizeH="0" baseline="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dirty="0" smtClean="0">
                          <a:ln>
                            <a:noFill/>
                          </a:ln>
                          <a:effectLst/>
                        </a:rPr>
                        <a:t>High</a:t>
                      </a:r>
                      <a:endParaRPr kumimoji="0" lang="en-US" sz="1600" b="1" i="0" u="none" strike="noStrike" cap="none" normalizeH="0" baseline="0" dirty="0" smtClean="0">
                        <a:ln>
                          <a:noFill/>
                        </a:ln>
                        <a:solidFill>
                          <a:schemeClr val="tx1"/>
                        </a:solidFill>
                        <a:effectLst/>
                        <a:latin typeface="Times New Roman" pitchFamily="18" charset="0"/>
                        <a:cs typeface="Arial" charset="0"/>
                      </a:endParaRPr>
                    </a:p>
                  </a:txBody>
                  <a:tcPr horzOverflow="overflow"/>
                </a:tc>
                <a:tc>
                  <a:txBody>
                    <a:bodyPr/>
                    <a:lstStyle/>
                    <a:p>
                      <a:pPr marL="190500" marR="0" lvl="0" indent="-190500" algn="ctr" defTabSz="914400" rtl="0" eaLnBrk="1" fontAlgn="base" latinLnBrk="0" hangingPunct="1">
                        <a:lnSpc>
                          <a:spcPct val="100000"/>
                        </a:lnSpc>
                        <a:spcBef>
                          <a:spcPct val="0"/>
                        </a:spcBef>
                        <a:spcAft>
                          <a:spcPct val="0"/>
                        </a:spcAft>
                        <a:buClr>
                          <a:schemeClr val="bg1"/>
                        </a:buClr>
                        <a:buSzTx/>
                        <a:buFont typeface="Symbol" pitchFamily="18" charset="2"/>
                        <a:buNone/>
                        <a:tabLst/>
                      </a:pPr>
                      <a:r>
                        <a:rPr kumimoji="0" lang="en-US" sz="1600" u="none" strike="noStrike" cap="none" normalizeH="0" baseline="0" dirty="0" smtClean="0">
                          <a:ln>
                            <a:noFill/>
                          </a:ln>
                          <a:effectLst/>
                        </a:rPr>
                        <a:t>High</a:t>
                      </a:r>
                      <a:endParaRPr kumimoji="0" lang="en-US" sz="1600" b="1" i="0" u="none" strike="noStrike" cap="none" normalizeH="0" baseline="0" dirty="0" smtClean="0">
                        <a:ln>
                          <a:noFill/>
                        </a:ln>
                        <a:solidFill>
                          <a:schemeClr val="tx1"/>
                        </a:solidFill>
                        <a:effectLst/>
                        <a:latin typeface="Times New Roman" pitchFamily="18" charset="0"/>
                        <a:cs typeface="Arial" charset="0"/>
                      </a:endParaRPr>
                    </a:p>
                  </a:txBody>
                  <a:tcPr horzOverflow="overflow"/>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632" y="6534150"/>
            <a:ext cx="773723" cy="476250"/>
          </a:xfrm>
          <a:prstGeom prst="rect">
            <a:avLst/>
          </a:prstGeom>
        </p:spPr>
        <p:txBody>
          <a:bodyPr/>
          <a:lstStyle/>
          <a:p>
            <a:pPr algn="ctr" rtl="0" fontAlgn="base">
              <a:spcBef>
                <a:spcPct val="0"/>
              </a:spcBef>
              <a:spcAft>
                <a:spcPct val="0"/>
              </a:spcAft>
              <a:defRPr/>
            </a:pPr>
            <a:fld id="{536DC6B6-C5C1-4D80-A040-62FB373E7D51}" type="slidenum">
              <a:rPr lang="en-US" sz="1200" b="1" kern="1200">
                <a:solidFill>
                  <a:srgbClr val="FFFFFF"/>
                </a:solidFill>
                <a:latin typeface="Arial"/>
                <a:ea typeface="+mn-ea"/>
                <a:cs typeface="Arial" charset="0"/>
              </a:rPr>
              <a:pPr algn="ctr" rtl="0" fontAlgn="base">
                <a:spcBef>
                  <a:spcPct val="0"/>
                </a:spcBef>
                <a:spcAft>
                  <a:spcPct val="0"/>
                </a:spcAft>
                <a:defRPr/>
              </a:pPr>
              <a:t>38</a:t>
            </a:fld>
            <a:endParaRPr lang="en-US" sz="1200" b="1" kern="1200">
              <a:solidFill>
                <a:srgbClr val="FFFFFF"/>
              </a:solidFill>
              <a:latin typeface="Arial"/>
              <a:ea typeface="+mn-ea"/>
              <a:cs typeface="Arial" charset="0"/>
            </a:endParaRPr>
          </a:p>
        </p:txBody>
      </p:sp>
      <p:sp>
        <p:nvSpPr>
          <p:cNvPr id="48130" name="Title 1"/>
          <p:cNvSpPr>
            <a:spLocks noGrp="1"/>
          </p:cNvSpPr>
          <p:nvPr>
            <p:ph type="title"/>
          </p:nvPr>
        </p:nvSpPr>
        <p:spPr>
          <a:xfrm>
            <a:off x="162232" y="213081"/>
            <a:ext cx="8328625" cy="553998"/>
          </a:xfrm>
        </p:spPr>
        <p:txBody>
          <a:bodyPr lIns="0"/>
          <a:lstStyle/>
          <a:p>
            <a:pPr eaLnBrk="1" hangingPunct="1">
              <a:defRPr/>
            </a:pPr>
            <a:r>
              <a:rPr dirty="0" smtClean="0">
                <a:solidFill>
                  <a:schemeClr val="tx1"/>
                </a:solidFill>
              </a:rPr>
              <a:t>Quiz</a:t>
            </a:r>
            <a:endParaRPr lang="en-US" dirty="0" smtClean="0">
              <a:solidFill>
                <a:schemeClr val="tx1"/>
              </a:solidFill>
            </a:endParaRPr>
          </a:p>
        </p:txBody>
      </p:sp>
      <p:sp>
        <p:nvSpPr>
          <p:cNvPr id="112643" name="Content Placeholder 2"/>
          <p:cNvSpPr>
            <a:spLocks noGrp="1"/>
          </p:cNvSpPr>
          <p:nvPr>
            <p:ph type="body" idx="1"/>
          </p:nvPr>
        </p:nvSpPr>
        <p:spPr>
          <a:xfrm>
            <a:off x="721941" y="1016468"/>
            <a:ext cx="8229600" cy="5168900"/>
          </a:xfrm>
        </p:spPr>
        <p:txBody>
          <a:bodyPr lIns="0" tIns="0">
            <a:normAutofit/>
          </a:bodyPr>
          <a:lstStyle/>
          <a:p>
            <a:pPr eaLnBrk="1" hangingPunct="1"/>
            <a:endParaRPr lang="en-US" sz="1200" dirty="0" smtClean="0"/>
          </a:p>
          <a:p>
            <a:pPr marL="457200" indent="-457200">
              <a:buFont typeface="+mj-lt"/>
              <a:buAutoNum type="arabicPeriod"/>
            </a:pPr>
            <a:r>
              <a:rPr sz="2400" dirty="0" smtClean="0">
                <a:solidFill>
                  <a:schemeClr val="tx1"/>
                </a:solidFill>
              </a:rPr>
              <a:t>File is a ________ unit</a:t>
            </a:r>
          </a:p>
          <a:p>
            <a:pPr marL="457200" indent="-457200">
              <a:buFont typeface="+mj-lt"/>
              <a:buAutoNum type="arabicPeriod"/>
            </a:pPr>
            <a:r>
              <a:rPr sz="2400" dirty="0" smtClean="0">
                <a:solidFill>
                  <a:schemeClr val="tx1"/>
                </a:solidFill>
              </a:rPr>
              <a:t>_____________ adds </a:t>
            </a:r>
            <a:r>
              <a:rPr sz="2400" dirty="0">
                <a:solidFill>
                  <a:schemeClr val="tx1"/>
                </a:solidFill>
              </a:rPr>
              <a:t>some attributes to the </a:t>
            </a:r>
            <a:r>
              <a:rPr sz="2400" dirty="0" smtClean="0">
                <a:solidFill>
                  <a:schemeClr val="tx1"/>
                </a:solidFill>
              </a:rPr>
              <a:t>file</a:t>
            </a:r>
          </a:p>
          <a:p>
            <a:pPr marL="457200" indent="-457200">
              <a:buFont typeface="+mj-lt"/>
              <a:buAutoNum type="arabicPeriod"/>
            </a:pPr>
            <a:r>
              <a:rPr sz="2400" dirty="0">
                <a:solidFill>
                  <a:schemeClr val="tx1"/>
                </a:solidFill>
              </a:rPr>
              <a:t>_____________ is used for describing each and every file in UNIX</a:t>
            </a:r>
          </a:p>
          <a:p>
            <a:pPr marL="457200" indent="-457200">
              <a:buFont typeface="+mj-lt"/>
              <a:buAutoNum type="arabicPeriod"/>
            </a:pPr>
            <a:r>
              <a:rPr sz="2400" dirty="0" smtClean="0">
                <a:solidFill>
                  <a:schemeClr val="tx1"/>
                </a:solidFill>
              </a:rPr>
              <a:t>Encryption is supported in FAT (True/ False)</a:t>
            </a:r>
          </a:p>
          <a:p>
            <a:pPr marL="457200" indent="-457200">
              <a:buFont typeface="+mj-lt"/>
              <a:buAutoNum type="arabicPeriod"/>
            </a:pPr>
            <a:r>
              <a:rPr sz="2400" dirty="0" smtClean="0">
                <a:solidFill>
                  <a:schemeClr val="tx1"/>
                </a:solidFill>
              </a:rPr>
              <a:t>Fault Tolerance is low in </a:t>
            </a:r>
            <a:r>
              <a:rPr sz="2400" dirty="0" err="1" smtClean="0">
                <a:solidFill>
                  <a:schemeClr val="tx1"/>
                </a:solidFill>
              </a:rPr>
              <a:t>NTFS</a:t>
            </a:r>
            <a:r>
              <a:rPr sz="2400" dirty="0" smtClean="0">
                <a:solidFill>
                  <a:schemeClr val="tx1"/>
                </a:solidFill>
              </a:rPr>
              <a:t> </a:t>
            </a:r>
            <a:r>
              <a:rPr sz="2400" dirty="0">
                <a:solidFill>
                  <a:schemeClr val="tx1"/>
                </a:solidFill>
              </a:rPr>
              <a:t>(True</a:t>
            </a:r>
            <a:r>
              <a:rPr sz="2400" dirty="0" smtClean="0">
                <a:solidFill>
                  <a:schemeClr val="tx1"/>
                </a:solidFill>
              </a:rPr>
              <a:t>/ False</a:t>
            </a:r>
            <a:r>
              <a:rPr sz="2400" dirty="0">
                <a:solidFill>
                  <a:schemeClr val="tx1"/>
                </a:solidFill>
              </a:rPr>
              <a:t>)</a:t>
            </a:r>
            <a:endParaRPr sz="2400" dirty="0" smtClean="0">
              <a:solidFill>
                <a:schemeClr val="tx1"/>
              </a:solidFill>
            </a:endParaRPr>
          </a:p>
          <a:p>
            <a:pPr marL="231775" lvl="1" indent="-231775">
              <a:buNone/>
            </a:pPr>
            <a:endParaRPr sz="2400" dirty="0">
              <a:cs typeface="Arial"/>
            </a:endParaRPr>
          </a:p>
          <a:p>
            <a:pPr eaLnBrk="1" hangingPunct="1"/>
            <a:endParaRPr lang="en-US" sz="2400" dirty="0" smtClean="0"/>
          </a:p>
          <a:p>
            <a:pPr eaLnBrk="1" hangingPunct="1">
              <a:buNone/>
            </a:pPr>
            <a:endParaRPr lang="en-US" sz="2400" dirty="0" smtClean="0"/>
          </a:p>
          <a:p>
            <a:pPr eaLnBrk="1" hangingPunct="1"/>
            <a:endParaRPr lang="en-US" sz="2400" dirty="0" smtClean="0"/>
          </a:p>
          <a:p>
            <a:pPr eaLnBrk="1" hangingPunct="1">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r>
              <a:rPr dirty="0">
                <a:solidFill>
                  <a:schemeClr val="tx1"/>
                </a:solidFill>
              </a:rPr>
              <a:t>Device Management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69080" y="191729"/>
            <a:ext cx="8229600" cy="553998"/>
          </a:xfrm>
        </p:spPr>
        <p:txBody>
          <a:bodyPr lIns="90488" tIns="44450" rIns="90488" bIns="44450"/>
          <a:lstStyle/>
          <a:p>
            <a:pPr eaLnBrk="1" hangingPunct="1">
              <a:defRPr/>
            </a:pPr>
            <a:r>
              <a:rPr lang="en-US" dirty="0" smtClean="0">
                <a:solidFill>
                  <a:schemeClr val="tx1"/>
                </a:solidFill>
              </a:rPr>
              <a:t>Device Management</a:t>
            </a:r>
          </a:p>
        </p:txBody>
      </p:sp>
      <p:sp>
        <p:nvSpPr>
          <p:cNvPr id="25604" name="Rectangle 3"/>
          <p:cNvSpPr>
            <a:spLocks noGrp="1" noChangeArrowheads="1"/>
          </p:cNvSpPr>
          <p:nvPr>
            <p:ph type="body" idx="4294967295"/>
          </p:nvPr>
        </p:nvSpPr>
        <p:spPr>
          <a:xfrm>
            <a:off x="440871" y="1023749"/>
            <a:ext cx="8304923" cy="4525963"/>
          </a:xfrm>
          <a:noFill/>
        </p:spPr>
        <p:txBody>
          <a:bodyPr lIns="90488" tIns="44450" rIns="90488" bIns="44450">
            <a:normAutofit/>
          </a:bodyPr>
          <a:lstStyle/>
          <a:p>
            <a:pPr eaLnBrk="1" hangingPunct="1"/>
            <a:r>
              <a:rPr lang="en-US" sz="2400" dirty="0" smtClean="0">
                <a:solidFill>
                  <a:schemeClr val="tx1"/>
                </a:solidFill>
              </a:rPr>
              <a:t>Device Management is a part of the operating system </a:t>
            </a:r>
          </a:p>
          <a:p>
            <a:pPr eaLnBrk="1" hangingPunct="1">
              <a:buNone/>
            </a:pPr>
            <a:endParaRPr lang="en-US" sz="2400" dirty="0" smtClean="0">
              <a:solidFill>
                <a:schemeClr val="tx1"/>
              </a:solidFill>
            </a:endParaRPr>
          </a:p>
          <a:p>
            <a:pPr algn="just"/>
            <a:r>
              <a:rPr lang="en-US" sz="2400" dirty="0" smtClean="0">
                <a:solidFill>
                  <a:schemeClr val="tx1"/>
                </a:solidFill>
              </a:rPr>
              <a:t>Device Management manages to allocate a device to a </a:t>
            </a:r>
            <a:r>
              <a:rPr sz="2400" dirty="0">
                <a:solidFill>
                  <a:schemeClr val="tx1"/>
                </a:solidFill>
              </a:rPr>
              <a:t>user job on demand</a:t>
            </a:r>
            <a:endParaRPr lang="en-US" sz="2400" dirty="0" smtClean="0">
              <a:solidFill>
                <a:schemeClr val="tx1"/>
              </a:solidFill>
            </a:endParaRPr>
          </a:p>
          <a:p>
            <a:pPr eaLnBrk="1" hangingPunct="1"/>
            <a:endParaRPr lang="en-US" sz="2400" dirty="0" smtClean="0">
              <a:solidFill>
                <a:schemeClr val="tx1"/>
              </a:solidFill>
            </a:endParaRPr>
          </a:p>
          <a:p>
            <a:pPr eaLnBrk="1" hangingPunct="1"/>
            <a:r>
              <a:rPr lang="en-US" sz="2400" dirty="0" smtClean="0">
                <a:solidFill>
                  <a:schemeClr val="tx1"/>
                </a:solidFill>
              </a:rPr>
              <a:t>Functions</a:t>
            </a:r>
          </a:p>
          <a:p>
            <a:pPr lvl="1" algn="just" eaLnBrk="1" hangingPunct="1"/>
            <a:r>
              <a:rPr sz="2400" dirty="0" smtClean="0">
                <a:solidFill>
                  <a:schemeClr val="tx1"/>
                </a:solidFill>
              </a:rPr>
              <a:t>To </a:t>
            </a:r>
            <a:r>
              <a:rPr lang="en-US" sz="2400" dirty="0" smtClean="0">
                <a:solidFill>
                  <a:schemeClr val="tx1"/>
                </a:solidFill>
              </a:rPr>
              <a:t>provide the simplest interface possible to the system</a:t>
            </a:r>
          </a:p>
          <a:p>
            <a:pPr lvl="1" eaLnBrk="1" hangingPunct="1"/>
            <a:r>
              <a:rPr lang="en-US" sz="2400" dirty="0" smtClean="0">
                <a:solidFill>
                  <a:schemeClr val="tx1"/>
                </a:solidFill>
              </a:rPr>
              <a:t>To optimize I/O operations </a:t>
            </a:r>
          </a:p>
          <a:p>
            <a:pPr lvl="1" eaLnBrk="1" hangingPunct="1"/>
            <a:r>
              <a:rPr lang="en-US" sz="2400" dirty="0" smtClean="0">
                <a:solidFill>
                  <a:schemeClr val="tx1"/>
                </a:solidFill>
              </a:rPr>
              <a:t>To provide maximum concurrency</a:t>
            </a:r>
          </a:p>
          <a:p>
            <a:pPr lvl="1" eaLnBrk="1" hangingPunct="1">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5"/>
          <p:cNvSpPr>
            <a:spLocks noGrp="1" noChangeArrowheads="1"/>
          </p:cNvSpPr>
          <p:nvPr>
            <p:ph type="title"/>
          </p:nvPr>
        </p:nvSpPr>
        <p:spPr>
          <a:xfrm>
            <a:off x="139583" y="191729"/>
            <a:ext cx="8229600" cy="553998"/>
          </a:xfrm>
        </p:spPr>
        <p:txBody>
          <a:bodyPr/>
          <a:lstStyle/>
          <a:p>
            <a:pPr eaLnBrk="1" hangingPunct="1">
              <a:defRPr/>
            </a:pPr>
            <a:r>
              <a:rPr lang="en-US" dirty="0" smtClean="0">
                <a:solidFill>
                  <a:schemeClr val="tx1"/>
                </a:solidFill>
              </a:rPr>
              <a:t>Device Management (Allocation Policy)</a:t>
            </a:r>
          </a:p>
        </p:txBody>
      </p:sp>
      <p:sp>
        <p:nvSpPr>
          <p:cNvPr id="31748" name="Rectangle 6"/>
          <p:cNvSpPr>
            <a:spLocks noGrp="1" noChangeArrowheads="1"/>
          </p:cNvSpPr>
          <p:nvPr>
            <p:ph type="body" idx="1"/>
          </p:nvPr>
        </p:nvSpPr>
        <p:spPr>
          <a:xfrm>
            <a:off x="435429" y="1083128"/>
            <a:ext cx="8382000" cy="5105400"/>
          </a:xfrm>
        </p:spPr>
        <p:txBody>
          <a:bodyPr>
            <a:normAutofit fontScale="92500"/>
          </a:bodyPr>
          <a:lstStyle/>
          <a:p>
            <a:pPr eaLnBrk="1" hangingPunct="1">
              <a:lnSpc>
                <a:spcPct val="80000"/>
              </a:lnSpc>
            </a:pPr>
            <a:r>
              <a:rPr lang="en-US" sz="2400" dirty="0" smtClean="0">
                <a:solidFill>
                  <a:schemeClr val="tx1"/>
                </a:solidFill>
              </a:rPr>
              <a:t>Allocation Policy is of two types</a:t>
            </a:r>
          </a:p>
          <a:p>
            <a:pPr lvl="1" eaLnBrk="1" hangingPunct="1">
              <a:lnSpc>
                <a:spcPct val="80000"/>
              </a:lnSpc>
            </a:pPr>
            <a:r>
              <a:rPr lang="en-US" sz="2400" dirty="0" smtClean="0">
                <a:solidFill>
                  <a:schemeClr val="tx1"/>
                </a:solidFill>
              </a:rPr>
              <a:t>Dedicated</a:t>
            </a:r>
          </a:p>
          <a:p>
            <a:pPr lvl="1" eaLnBrk="1" hangingPunct="1">
              <a:lnSpc>
                <a:spcPct val="80000"/>
              </a:lnSpc>
            </a:pPr>
            <a:r>
              <a:rPr lang="en-US" sz="2400" dirty="0" smtClean="0">
                <a:solidFill>
                  <a:schemeClr val="tx1"/>
                </a:solidFill>
              </a:rPr>
              <a:t>Shared</a:t>
            </a:r>
          </a:p>
          <a:p>
            <a:pPr marL="457200" lvl="1" indent="0" eaLnBrk="1" hangingPunct="1">
              <a:lnSpc>
                <a:spcPct val="80000"/>
              </a:lnSpc>
              <a:buNone/>
            </a:pPr>
            <a:endParaRPr lang="en-US" sz="2400" dirty="0" smtClean="0">
              <a:solidFill>
                <a:schemeClr val="tx1"/>
              </a:solidFill>
            </a:endParaRPr>
          </a:p>
          <a:p>
            <a:pPr eaLnBrk="1" hangingPunct="1">
              <a:lnSpc>
                <a:spcPct val="80000"/>
              </a:lnSpc>
              <a:buFont typeface="Wingdings" pitchFamily="2" charset="2"/>
              <a:buNone/>
            </a:pPr>
            <a:r>
              <a:rPr lang="en-US" sz="2600" b="1" dirty="0" smtClean="0">
                <a:solidFill>
                  <a:schemeClr val="tx1"/>
                </a:solidFill>
              </a:rPr>
              <a:t>	Dedicated</a:t>
            </a:r>
          </a:p>
          <a:p>
            <a:pPr eaLnBrk="1" hangingPunct="1">
              <a:lnSpc>
                <a:spcPct val="80000"/>
              </a:lnSpc>
              <a:buFont typeface="Wingdings" pitchFamily="2" charset="2"/>
              <a:buNone/>
            </a:pPr>
            <a:endParaRPr lang="en-US" sz="2400" b="1" dirty="0" smtClean="0">
              <a:solidFill>
                <a:schemeClr val="tx1"/>
              </a:solidFill>
            </a:endParaRPr>
          </a:p>
          <a:p>
            <a:pPr lvl="1" algn="just" eaLnBrk="1" hangingPunct="1">
              <a:lnSpc>
                <a:spcPct val="80000"/>
              </a:lnSpc>
            </a:pPr>
            <a:r>
              <a:rPr sz="2300" dirty="0" smtClean="0">
                <a:solidFill>
                  <a:schemeClr val="tx1"/>
                </a:solidFill>
              </a:rPr>
              <a:t>Some</a:t>
            </a:r>
            <a:r>
              <a:rPr lang="en-US" sz="2300" dirty="0" smtClean="0">
                <a:solidFill>
                  <a:schemeClr val="tx1"/>
                </a:solidFill>
              </a:rPr>
              <a:t> devices can be used in a serial and one-at-a-time manner.  E.g. printer, tapes etc.</a:t>
            </a:r>
          </a:p>
          <a:p>
            <a:pPr lvl="1" eaLnBrk="1" hangingPunct="1">
              <a:lnSpc>
                <a:spcPct val="80000"/>
              </a:lnSpc>
            </a:pPr>
            <a:endParaRPr lang="en-US" sz="2300" dirty="0" smtClean="0">
              <a:solidFill>
                <a:schemeClr val="tx1"/>
              </a:solidFill>
            </a:endParaRPr>
          </a:p>
          <a:p>
            <a:pPr lvl="1" eaLnBrk="1" hangingPunct="1">
              <a:lnSpc>
                <a:spcPct val="80000"/>
              </a:lnSpc>
            </a:pPr>
            <a:r>
              <a:rPr sz="2300" dirty="0">
                <a:solidFill>
                  <a:schemeClr val="tx1"/>
                </a:solidFill>
              </a:rPr>
              <a:t>I</a:t>
            </a:r>
            <a:r>
              <a:rPr lang="en-US" sz="2300" dirty="0" smtClean="0">
                <a:solidFill>
                  <a:schemeClr val="tx1"/>
                </a:solidFill>
              </a:rPr>
              <a:t>t leads to monopoly</a:t>
            </a:r>
          </a:p>
          <a:p>
            <a:pPr lvl="1" eaLnBrk="1" hangingPunct="1">
              <a:lnSpc>
                <a:spcPct val="80000"/>
              </a:lnSpc>
            </a:pPr>
            <a:endParaRPr lang="en-US" sz="2300" dirty="0" smtClean="0">
              <a:solidFill>
                <a:schemeClr val="tx1"/>
              </a:solidFill>
            </a:endParaRPr>
          </a:p>
          <a:p>
            <a:pPr lvl="1" eaLnBrk="1" hangingPunct="1">
              <a:lnSpc>
                <a:spcPct val="80000"/>
              </a:lnSpc>
            </a:pPr>
            <a:r>
              <a:rPr lang="en-US" sz="2300" dirty="0" smtClean="0">
                <a:solidFill>
                  <a:schemeClr val="tx1"/>
                </a:solidFill>
              </a:rPr>
              <a:t>Solution to monopoly is SPOOLing (Simultaneous Peripheral Operations Online)</a:t>
            </a:r>
          </a:p>
          <a:p>
            <a:pPr lvl="1" eaLnBrk="1" hangingPunct="1">
              <a:lnSpc>
                <a:spcPct val="80000"/>
              </a:lnSpc>
            </a:pPr>
            <a:endParaRPr lang="en-US" sz="2300" dirty="0" smtClean="0">
              <a:solidFill>
                <a:schemeClr val="tx1"/>
              </a:solidFill>
            </a:endParaRPr>
          </a:p>
          <a:p>
            <a:pPr lvl="1" algn="just" eaLnBrk="1" hangingPunct="1">
              <a:lnSpc>
                <a:spcPct val="80000"/>
              </a:lnSpc>
            </a:pPr>
            <a:r>
              <a:rPr lang="en-US" sz="2300" dirty="0" smtClean="0">
                <a:solidFill>
                  <a:schemeClr val="tx1"/>
                </a:solidFill>
              </a:rPr>
              <a:t>Jobs intended to be printed are saved on the disk until the job is completed. All the saved outputs will be eventually printed</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151171" y="176981"/>
            <a:ext cx="8815848" cy="520655"/>
          </a:xfrm>
        </p:spPr>
        <p:txBody>
          <a:bodyPr lIns="90488" tIns="44450" rIns="90488" bIns="44450"/>
          <a:lstStyle/>
          <a:p>
            <a:pPr eaLnBrk="1" hangingPunct="1">
              <a:defRPr/>
            </a:pPr>
            <a:r>
              <a:rPr lang="en-US" sz="2800" dirty="0" smtClean="0">
                <a:solidFill>
                  <a:schemeClr val="tx1"/>
                </a:solidFill>
              </a:rPr>
              <a:t>Device Management (Allocation Policy) (Contd.).</a:t>
            </a:r>
          </a:p>
        </p:txBody>
      </p:sp>
      <p:sp>
        <p:nvSpPr>
          <p:cNvPr id="32772" name="Rectangle 3"/>
          <p:cNvSpPr>
            <a:spLocks noGrp="1" noChangeArrowheads="1"/>
          </p:cNvSpPr>
          <p:nvPr>
            <p:ph type="body" idx="4294967295"/>
          </p:nvPr>
        </p:nvSpPr>
        <p:spPr>
          <a:xfrm>
            <a:off x="358701" y="967915"/>
            <a:ext cx="8229600" cy="4525963"/>
          </a:xfrm>
          <a:noFill/>
        </p:spPr>
        <p:txBody>
          <a:bodyPr lIns="90488" tIns="44450" rIns="90488" bIns="44450"/>
          <a:lstStyle/>
          <a:p>
            <a:pPr eaLnBrk="1" hangingPunct="1">
              <a:buFont typeface="Wingdings" pitchFamily="2" charset="2"/>
              <a:buNone/>
            </a:pPr>
            <a:r>
              <a:rPr lang="en-US" sz="2400" b="1" dirty="0" smtClean="0">
                <a:solidFill>
                  <a:schemeClr val="tx1"/>
                </a:solidFill>
              </a:rPr>
              <a:t>Shared</a:t>
            </a:r>
          </a:p>
          <a:p>
            <a:pPr eaLnBrk="1" hangingPunct="1"/>
            <a:r>
              <a:rPr lang="en-US" sz="2400" dirty="0" smtClean="0">
                <a:solidFill>
                  <a:schemeClr val="tx1"/>
                </a:solidFill>
              </a:rPr>
              <a:t>Devices are used concurrently by more than one job</a:t>
            </a:r>
          </a:p>
          <a:p>
            <a:pPr eaLnBrk="1" hangingPunct="1"/>
            <a:r>
              <a:rPr lang="en-US" sz="2400" dirty="0" smtClean="0">
                <a:solidFill>
                  <a:schemeClr val="tx1"/>
                </a:solidFill>
              </a:rPr>
              <a:t>Example</a:t>
            </a:r>
          </a:p>
          <a:p>
            <a:pPr lvl="1" eaLnBrk="1" hangingPunct="1"/>
            <a:r>
              <a:rPr lang="en-US" sz="2400" dirty="0" smtClean="0">
                <a:solidFill>
                  <a:schemeClr val="tx1"/>
                </a:solidFill>
              </a:rPr>
              <a:t>Disk</a:t>
            </a:r>
          </a:p>
          <a:p>
            <a:pPr lvl="1" eaLnBrk="1" hangingPunct="1"/>
            <a:endParaRPr lang="en-US" sz="2400" dirty="0" smtClean="0">
              <a:solidFill>
                <a:schemeClr val="tx1"/>
              </a:solidFill>
            </a:endParaRPr>
          </a:p>
          <a:p>
            <a:pPr eaLnBrk="1" hangingPunct="1"/>
            <a:r>
              <a:rPr lang="en-US" sz="2400" dirty="0" smtClean="0">
                <a:solidFill>
                  <a:schemeClr val="tx1"/>
                </a:solidFill>
              </a:rPr>
              <a:t>Issues</a:t>
            </a:r>
          </a:p>
          <a:p>
            <a:pPr lvl="1" eaLnBrk="1" hangingPunct="1"/>
            <a:r>
              <a:rPr lang="en-US" sz="2400" dirty="0" smtClean="0">
                <a:solidFill>
                  <a:schemeClr val="tx1"/>
                </a:solidFill>
              </a:rPr>
              <a:t>Readers and Writers problem</a:t>
            </a:r>
          </a:p>
          <a:p>
            <a:pPr lvl="1" eaLnBrk="1" hangingPunct="1"/>
            <a:r>
              <a:rPr lang="en-US" sz="2400" dirty="0" smtClean="0">
                <a:solidFill>
                  <a:schemeClr val="tx1"/>
                </a:solidFill>
              </a:rPr>
              <a:t>Mutual Exclusion</a:t>
            </a:r>
          </a:p>
          <a:p>
            <a:pPr lvl="1" eaLnBrk="1" hangingPunct="1"/>
            <a:r>
              <a:rPr lang="en-US" sz="2400" dirty="0" smtClean="0">
                <a:solidFill>
                  <a:schemeClr val="tx1"/>
                </a:solidFill>
              </a:rPr>
              <a:t>Security rights</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4079632" y="6534150"/>
            <a:ext cx="773723" cy="476250"/>
          </a:xfrm>
          <a:prstGeom prst="rect">
            <a:avLst/>
          </a:prstGeom>
        </p:spPr>
        <p:txBody>
          <a:bodyPr/>
          <a:lstStyle/>
          <a:p>
            <a:pPr algn="ctr" rtl="0" fontAlgn="base">
              <a:spcBef>
                <a:spcPct val="0"/>
              </a:spcBef>
              <a:spcAft>
                <a:spcPct val="0"/>
              </a:spcAft>
              <a:defRPr/>
            </a:pPr>
            <a:fld id="{536DC6B6-C5C1-4D80-A040-62FB373E7D51}" type="slidenum">
              <a:rPr lang="en-US" sz="1200" b="1" kern="1200">
                <a:solidFill>
                  <a:srgbClr val="FFFFFF"/>
                </a:solidFill>
                <a:latin typeface="Arial"/>
                <a:ea typeface="+mn-ea"/>
                <a:cs typeface="Arial" charset="0"/>
              </a:rPr>
              <a:pPr algn="ctr" rtl="0" fontAlgn="base">
                <a:spcBef>
                  <a:spcPct val="0"/>
                </a:spcBef>
                <a:spcAft>
                  <a:spcPct val="0"/>
                </a:spcAft>
                <a:defRPr/>
              </a:pPr>
              <a:t>43</a:t>
            </a:fld>
            <a:endParaRPr lang="en-US" sz="1200" b="1" kern="1200">
              <a:solidFill>
                <a:srgbClr val="FFFFFF"/>
              </a:solidFill>
              <a:latin typeface="Arial"/>
              <a:ea typeface="+mn-ea"/>
              <a:cs typeface="Arial" charset="0"/>
            </a:endParaRPr>
          </a:p>
        </p:txBody>
      </p:sp>
      <p:sp>
        <p:nvSpPr>
          <p:cNvPr id="48130" name="Title 1"/>
          <p:cNvSpPr>
            <a:spLocks noGrp="1"/>
          </p:cNvSpPr>
          <p:nvPr>
            <p:ph type="title"/>
          </p:nvPr>
        </p:nvSpPr>
        <p:spPr>
          <a:xfrm>
            <a:off x="261257" y="213081"/>
            <a:ext cx="8229600" cy="553998"/>
          </a:xfrm>
        </p:spPr>
        <p:txBody>
          <a:bodyPr lIns="0"/>
          <a:lstStyle/>
          <a:p>
            <a:pPr eaLnBrk="1" hangingPunct="1">
              <a:defRPr/>
            </a:pPr>
            <a:r>
              <a:rPr dirty="0" smtClean="0">
                <a:solidFill>
                  <a:schemeClr val="tx1"/>
                </a:solidFill>
              </a:rPr>
              <a:t>Quiz</a:t>
            </a:r>
            <a:endParaRPr lang="en-US" dirty="0" smtClean="0">
              <a:solidFill>
                <a:schemeClr val="tx1"/>
              </a:solidFill>
            </a:endParaRPr>
          </a:p>
        </p:txBody>
      </p:sp>
      <p:sp>
        <p:nvSpPr>
          <p:cNvPr id="112643" name="Content Placeholder 2"/>
          <p:cNvSpPr>
            <a:spLocks noGrp="1"/>
          </p:cNvSpPr>
          <p:nvPr>
            <p:ph type="body" idx="1"/>
          </p:nvPr>
        </p:nvSpPr>
        <p:spPr>
          <a:xfrm>
            <a:off x="441721" y="972223"/>
            <a:ext cx="8229600" cy="5168900"/>
          </a:xfrm>
        </p:spPr>
        <p:txBody>
          <a:bodyPr lIns="0" tIns="0">
            <a:normAutofit/>
          </a:bodyPr>
          <a:lstStyle/>
          <a:p>
            <a:pPr eaLnBrk="1" hangingPunct="1"/>
            <a:endParaRPr lang="en-US" sz="1200" dirty="0" smtClean="0"/>
          </a:p>
          <a:p>
            <a:pPr marL="457200" indent="-457200">
              <a:buFont typeface="+mj-lt"/>
              <a:buAutoNum type="arabicPeriod"/>
            </a:pPr>
            <a:r>
              <a:rPr sz="2400" dirty="0" smtClean="0">
                <a:solidFill>
                  <a:schemeClr val="tx1"/>
                </a:solidFill>
              </a:rPr>
              <a:t>Dedicated allocation policy leads to _________</a:t>
            </a:r>
          </a:p>
          <a:p>
            <a:pPr marL="457200" indent="-457200">
              <a:buFont typeface="+mj-lt"/>
              <a:buAutoNum type="arabicPeriod"/>
            </a:pPr>
            <a:r>
              <a:rPr sz="2400" dirty="0" smtClean="0">
                <a:solidFill>
                  <a:schemeClr val="tx1"/>
                </a:solidFill>
              </a:rPr>
              <a:t> ___________ is a solution to the monopoly</a:t>
            </a:r>
          </a:p>
          <a:p>
            <a:pPr marL="457200" indent="-457200">
              <a:buFont typeface="+mj-lt"/>
              <a:buAutoNum type="arabicPeriod"/>
            </a:pPr>
            <a:r>
              <a:rPr sz="2400" dirty="0" smtClean="0">
                <a:solidFill>
                  <a:schemeClr val="tx1"/>
                </a:solidFill>
              </a:rPr>
              <a:t>Mutual Exclusion is an issue of ________ allocation policy</a:t>
            </a:r>
          </a:p>
          <a:p>
            <a:pPr marL="457200" indent="-457200">
              <a:buFont typeface="+mj-lt"/>
              <a:buAutoNum type="arabicPeriod"/>
            </a:pPr>
            <a:r>
              <a:rPr sz="2400" dirty="0" smtClean="0">
                <a:solidFill>
                  <a:schemeClr val="tx1"/>
                </a:solidFill>
              </a:rPr>
              <a:t>Device management ________ I/O operations</a:t>
            </a:r>
          </a:p>
          <a:p>
            <a:pPr marL="457200" indent="-457200">
              <a:buFont typeface="+mj-lt"/>
              <a:buAutoNum type="arabicPeriod"/>
            </a:pPr>
            <a:r>
              <a:rPr sz="2400" dirty="0" smtClean="0">
                <a:solidFill>
                  <a:schemeClr val="tx1"/>
                </a:solidFill>
              </a:rPr>
              <a:t>Printer can be used in ___________ manner</a:t>
            </a:r>
          </a:p>
          <a:p>
            <a:endParaRPr sz="2400" dirty="0"/>
          </a:p>
          <a:p>
            <a:endParaRPr sz="2400" dirty="0">
              <a:cs typeface="Arial"/>
            </a:endParaRPr>
          </a:p>
          <a:p>
            <a:pPr eaLnBrk="1" hangingPunct="1"/>
            <a:endParaRPr lang="en-US" sz="2400" dirty="0" smtClean="0"/>
          </a:p>
          <a:p>
            <a:pPr eaLnBrk="1" hangingPunct="1">
              <a:buNone/>
            </a:pPr>
            <a:endParaRPr lang="en-US" sz="2400" dirty="0" smtClean="0"/>
          </a:p>
          <a:p>
            <a:pPr eaLnBrk="1" hangingPunct="1"/>
            <a:endParaRPr lang="en-US" sz="2400" dirty="0" smtClean="0"/>
          </a:p>
          <a:p>
            <a:pPr eaLnBrk="1" hangingPunct="1">
              <a:buFont typeface="Wingdings" pitchFamily="2" charset="2"/>
              <a:buNone/>
            </a:pPr>
            <a:endParaRPr lang="en-US" sz="2000" dirty="0" smtClean="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1"/>
          </p:nvPr>
        </p:nvSpPr>
        <p:spPr>
          <a:xfrm>
            <a:off x="235974" y="145140"/>
            <a:ext cx="8454002" cy="553998"/>
          </a:xfrm>
        </p:spPr>
        <p:txBody>
          <a:bodyPr/>
          <a:lstStyle/>
          <a:p>
            <a:r>
              <a:rPr lang="en-US" dirty="0" smtClean="0">
                <a:solidFill>
                  <a:schemeClr val="tx1"/>
                </a:solidFill>
              </a:rPr>
              <a:t>Summary</a:t>
            </a:r>
            <a:endParaRPr lang="en-US" dirty="0">
              <a:solidFill>
                <a:schemeClr val="tx1"/>
              </a:solidFill>
            </a:endParaRPr>
          </a:p>
        </p:txBody>
      </p:sp>
      <p:sp>
        <p:nvSpPr>
          <p:cNvPr id="11" name="Text Placeholder 10"/>
          <p:cNvSpPr>
            <a:spLocks noGrp="1"/>
          </p:cNvSpPr>
          <p:nvPr>
            <p:ph type="body" sz="quarter" idx="4294967295"/>
          </p:nvPr>
        </p:nvSpPr>
        <p:spPr>
          <a:xfrm>
            <a:off x="427703" y="1050772"/>
            <a:ext cx="8240713" cy="4473575"/>
          </a:xfrm>
          <a:prstGeom prst="rect">
            <a:avLst/>
          </a:prstGeom>
        </p:spPr>
        <p:txBody>
          <a:bodyPr>
            <a:normAutofit/>
          </a:bodyPr>
          <a:lstStyle/>
          <a:p>
            <a:pPr algn="just">
              <a:buNone/>
            </a:pPr>
            <a:r>
              <a:rPr lang="en-US" dirty="0" smtClean="0">
                <a:solidFill>
                  <a:schemeClr val="tx1"/>
                </a:solidFill>
              </a:rPr>
              <a:t>In this module, we discussed:</a:t>
            </a:r>
          </a:p>
          <a:p>
            <a:pPr algn="just">
              <a:buNone/>
            </a:pPr>
            <a:r>
              <a:rPr lang="en-US" dirty="0" smtClean="0">
                <a:solidFill>
                  <a:schemeClr val="tx1"/>
                </a:solidFill>
              </a:rPr>
              <a:t> </a:t>
            </a:r>
          </a:p>
          <a:p>
            <a:pPr lvl="0" algn="just">
              <a:spcBef>
                <a:spcPts val="0"/>
              </a:spcBef>
            </a:pPr>
            <a:r>
              <a:rPr lang="en-US" dirty="0" smtClean="0">
                <a:solidFill>
                  <a:schemeClr val="tx1"/>
                </a:solidFill>
              </a:rPr>
              <a:t>Operating </a:t>
            </a:r>
            <a:r>
              <a:rPr lang="en-US" dirty="0">
                <a:solidFill>
                  <a:schemeClr val="tx1"/>
                </a:solidFill>
              </a:rPr>
              <a:t>System </a:t>
            </a:r>
            <a:r>
              <a:rPr lang="en-US" dirty="0" smtClean="0">
                <a:solidFill>
                  <a:schemeClr val="tx1"/>
                </a:solidFill>
              </a:rPr>
              <a:t>definition, its functions </a:t>
            </a:r>
            <a:r>
              <a:rPr lang="en-US" dirty="0">
                <a:solidFill>
                  <a:schemeClr val="tx1"/>
                </a:solidFill>
              </a:rPr>
              <a:t>and different types of Operating System </a:t>
            </a:r>
          </a:p>
          <a:p>
            <a:pPr lvl="0" algn="just"/>
            <a:r>
              <a:rPr lang="en-US" dirty="0" smtClean="0">
                <a:solidFill>
                  <a:schemeClr val="tx1"/>
                </a:solidFill>
              </a:rPr>
              <a:t>Memory </a:t>
            </a:r>
            <a:r>
              <a:rPr lang="en-US" dirty="0">
                <a:solidFill>
                  <a:schemeClr val="tx1"/>
                </a:solidFill>
              </a:rPr>
              <a:t>Management Unit and </a:t>
            </a:r>
            <a:r>
              <a:rPr lang="en-US" dirty="0" smtClean="0">
                <a:solidFill>
                  <a:schemeClr val="tx1"/>
                </a:solidFill>
              </a:rPr>
              <a:t>use </a:t>
            </a:r>
            <a:r>
              <a:rPr lang="en-US" dirty="0">
                <a:solidFill>
                  <a:schemeClr val="tx1"/>
                </a:solidFill>
              </a:rPr>
              <a:t>of paging and segmentation in memory management</a:t>
            </a:r>
          </a:p>
          <a:p>
            <a:pPr lvl="0" algn="just"/>
            <a:r>
              <a:rPr lang="en-US" dirty="0" smtClean="0">
                <a:solidFill>
                  <a:schemeClr val="tx1"/>
                </a:solidFill>
              </a:rPr>
              <a:t>Process </a:t>
            </a:r>
            <a:r>
              <a:rPr lang="en-US" dirty="0">
                <a:solidFill>
                  <a:schemeClr val="tx1"/>
                </a:solidFill>
              </a:rPr>
              <a:t>management and process lifecycle using state diagram</a:t>
            </a:r>
          </a:p>
          <a:p>
            <a:pPr lvl="0" algn="just"/>
            <a:r>
              <a:rPr lang="en-US" dirty="0" smtClean="0">
                <a:solidFill>
                  <a:schemeClr val="tx1"/>
                </a:solidFill>
              </a:rPr>
              <a:t>Various </a:t>
            </a:r>
            <a:r>
              <a:rPr lang="en-US" dirty="0">
                <a:solidFill>
                  <a:schemeClr val="tx1"/>
                </a:solidFill>
              </a:rPr>
              <a:t>responsibilities of file management system and </a:t>
            </a:r>
            <a:r>
              <a:rPr lang="en-US" dirty="0" smtClean="0">
                <a:solidFill>
                  <a:schemeClr val="tx1"/>
                </a:solidFill>
              </a:rPr>
              <a:t>comparison of different </a:t>
            </a:r>
            <a:r>
              <a:rPr lang="en-US" dirty="0">
                <a:solidFill>
                  <a:schemeClr val="tx1"/>
                </a:solidFill>
              </a:rPr>
              <a:t>file systems</a:t>
            </a:r>
          </a:p>
          <a:p>
            <a:pPr lvl="0" algn="just"/>
            <a:r>
              <a:rPr lang="en-US" dirty="0" smtClean="0">
                <a:solidFill>
                  <a:schemeClr val="tx1"/>
                </a:solidFill>
              </a:rPr>
              <a:t>Allocation </a:t>
            </a:r>
            <a:r>
              <a:rPr lang="en-US" dirty="0">
                <a:solidFill>
                  <a:schemeClr val="tx1"/>
                </a:solidFill>
              </a:rPr>
              <a:t>policy in device management</a:t>
            </a:r>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5"/>
          <p:cNvSpPr>
            <a:spLocks noGrp="1" noChangeArrowheads="1"/>
          </p:cNvSpPr>
          <p:nvPr>
            <p:ph type="title"/>
          </p:nvPr>
        </p:nvSpPr>
        <p:spPr>
          <a:xfrm>
            <a:off x="310243" y="196753"/>
            <a:ext cx="8229600" cy="553998"/>
          </a:xfrm>
        </p:spPr>
        <p:txBody>
          <a:bodyPr/>
          <a:lstStyle/>
          <a:p>
            <a:pPr eaLnBrk="1" hangingPunct="1">
              <a:defRPr/>
            </a:pPr>
            <a:r>
              <a:rPr lang="en-US" dirty="0" smtClean="0">
                <a:solidFill>
                  <a:schemeClr val="tx1"/>
                </a:solidFill>
              </a:rPr>
              <a:t>References</a:t>
            </a:r>
          </a:p>
        </p:txBody>
      </p:sp>
      <p:sp>
        <p:nvSpPr>
          <p:cNvPr id="33795" name="Rectangle 6"/>
          <p:cNvSpPr>
            <a:spLocks noGrp="1" noChangeArrowheads="1"/>
          </p:cNvSpPr>
          <p:nvPr>
            <p:ph type="body" idx="1"/>
          </p:nvPr>
        </p:nvSpPr>
        <p:spPr>
          <a:xfrm>
            <a:off x="391885" y="1040077"/>
            <a:ext cx="8229600" cy="4525963"/>
          </a:xfrm>
        </p:spPr>
        <p:txBody>
          <a:bodyPr/>
          <a:lstStyle/>
          <a:p>
            <a:pPr marL="457200" indent="-457200" algn="just">
              <a:lnSpc>
                <a:spcPct val="90000"/>
              </a:lnSpc>
              <a:buFont typeface="+mj-lt"/>
              <a:buAutoNum type="arabicPeriod"/>
            </a:pPr>
            <a:r>
              <a:rPr lang="en-US" dirty="0" err="1">
                <a:solidFill>
                  <a:schemeClr val="tx1"/>
                </a:solidFill>
              </a:rPr>
              <a:t>Silberschatz</a:t>
            </a:r>
            <a:r>
              <a:rPr lang="en-US" dirty="0">
                <a:solidFill>
                  <a:schemeClr val="tx1"/>
                </a:solidFill>
              </a:rPr>
              <a:t>, Abraham and Galvin, Peter B. </a:t>
            </a:r>
            <a:r>
              <a:rPr lang="en-US" i="1" dirty="0">
                <a:solidFill>
                  <a:schemeClr val="tx1"/>
                </a:solidFill>
              </a:rPr>
              <a:t>Operating System Concepts</a:t>
            </a:r>
            <a:r>
              <a:rPr lang="en-US" dirty="0">
                <a:solidFill>
                  <a:schemeClr val="tx1"/>
                </a:solidFill>
              </a:rPr>
              <a:t>. Ed 6. New Delhi: John Wiley</a:t>
            </a:r>
            <a:r>
              <a:rPr lang="en-US" dirty="0" smtClean="0">
                <a:solidFill>
                  <a:schemeClr val="tx1"/>
                </a:solidFill>
              </a:rPr>
              <a:t>, 2006.</a:t>
            </a:r>
            <a:endParaRPr lang="en-US" dirty="0">
              <a:solidFill>
                <a:schemeClr val="tx1"/>
              </a:solidFill>
            </a:endParaRPr>
          </a:p>
          <a:p>
            <a:pPr marL="457200" indent="-457200" algn="just">
              <a:lnSpc>
                <a:spcPct val="90000"/>
              </a:lnSpc>
              <a:buFont typeface="+mj-lt"/>
              <a:buAutoNum type="arabicPeriod"/>
            </a:pPr>
            <a:r>
              <a:rPr lang="en-US" dirty="0" err="1">
                <a:solidFill>
                  <a:schemeClr val="tx1"/>
                </a:solidFill>
              </a:rPr>
              <a:t>Tanenbaum</a:t>
            </a:r>
            <a:r>
              <a:rPr lang="en-US" dirty="0">
                <a:solidFill>
                  <a:schemeClr val="tx1"/>
                </a:solidFill>
              </a:rPr>
              <a:t>, Andrew S. </a:t>
            </a:r>
            <a:r>
              <a:rPr lang="en-US" i="1" dirty="0">
                <a:solidFill>
                  <a:schemeClr val="tx1"/>
                </a:solidFill>
              </a:rPr>
              <a:t>Modern Operating Systems</a:t>
            </a:r>
            <a:r>
              <a:rPr lang="en-US" dirty="0">
                <a:solidFill>
                  <a:schemeClr val="tx1"/>
                </a:solidFill>
              </a:rPr>
              <a:t>. Ed 3. New Delhi: Prentice Hall, 2007</a:t>
            </a:r>
            <a:r>
              <a:rPr lang="en-US" dirty="0" smtClean="0">
                <a:solidFill>
                  <a:schemeClr val="tx1"/>
                </a:solidFill>
              </a:rPr>
              <a:t>.</a:t>
            </a:r>
          </a:p>
          <a:p>
            <a:pPr marL="457200" indent="-457200" algn="just">
              <a:lnSpc>
                <a:spcPct val="90000"/>
              </a:lnSpc>
              <a:buFont typeface="+mj-lt"/>
              <a:buAutoNum type="arabicPeriod"/>
            </a:pPr>
            <a:r>
              <a:rPr lang="en-US" dirty="0" err="1">
                <a:solidFill>
                  <a:schemeClr val="tx1"/>
                </a:solidFill>
              </a:rPr>
              <a:t>Milenkovic</a:t>
            </a:r>
            <a:r>
              <a:rPr lang="en-US" dirty="0">
                <a:solidFill>
                  <a:schemeClr val="tx1"/>
                </a:solidFill>
              </a:rPr>
              <a:t>, Milan. </a:t>
            </a:r>
            <a:r>
              <a:rPr lang="en-US" i="1" dirty="0">
                <a:solidFill>
                  <a:schemeClr val="tx1"/>
                </a:solidFill>
              </a:rPr>
              <a:t>Operating Systems: Concepts and Design</a:t>
            </a:r>
            <a:r>
              <a:rPr lang="en-US" dirty="0">
                <a:solidFill>
                  <a:schemeClr val="tx1"/>
                </a:solidFill>
              </a:rPr>
              <a:t>. New Delhi: McGraw-Hill, 1992</a:t>
            </a:r>
            <a:r>
              <a:rPr lang="en-US" dirty="0" smtClean="0">
                <a:solidFill>
                  <a:schemeClr val="tx1"/>
                </a:solidFill>
              </a:rPr>
              <a:t>.</a:t>
            </a:r>
          </a:p>
          <a:p>
            <a:pPr marL="457200" indent="-457200" algn="just">
              <a:lnSpc>
                <a:spcPct val="90000"/>
              </a:lnSpc>
              <a:buFont typeface="+mj-lt"/>
              <a:buAutoNum type="arabicPeriod"/>
            </a:pPr>
            <a:r>
              <a:rPr lang="en-US" dirty="0">
                <a:solidFill>
                  <a:schemeClr val="tx1"/>
                </a:solidFill>
              </a:rPr>
              <a:t>Crowley, Charles. </a:t>
            </a:r>
            <a:r>
              <a:rPr lang="en-US" i="1" dirty="0">
                <a:solidFill>
                  <a:schemeClr val="tx1"/>
                </a:solidFill>
              </a:rPr>
              <a:t>Operating Systems: A Design-Oriented approach.</a:t>
            </a:r>
            <a:r>
              <a:rPr lang="en-US" dirty="0">
                <a:solidFill>
                  <a:schemeClr val="tx1"/>
                </a:solidFill>
              </a:rPr>
              <a:t> Canada: Irwin Professional Publishing, 1996</a:t>
            </a:r>
            <a:r>
              <a:rPr lang="en-US" dirty="0" smtClean="0">
                <a:solidFill>
                  <a:schemeClr val="tx1"/>
                </a:solidFill>
              </a:rPr>
              <a:t>.</a:t>
            </a:r>
          </a:p>
          <a:p>
            <a:pPr marL="457200" indent="-457200" algn="just">
              <a:lnSpc>
                <a:spcPct val="90000"/>
              </a:lnSpc>
              <a:buFont typeface="+mj-lt"/>
              <a:buAutoNum type="arabicPeriod"/>
            </a:pPr>
            <a:r>
              <a:rPr lang="en-US" dirty="0">
                <a:solidFill>
                  <a:schemeClr val="tx1"/>
                </a:solidFill>
              </a:rPr>
              <a:t>Hennessy, John L and Patterson, David A. </a:t>
            </a:r>
            <a:r>
              <a:rPr lang="en-US" i="1" dirty="0">
                <a:solidFill>
                  <a:schemeClr val="tx1"/>
                </a:solidFill>
              </a:rPr>
              <a:t>Computer Architecture: A Quantitative Approach</a:t>
            </a:r>
            <a:r>
              <a:rPr lang="en-US" dirty="0">
                <a:solidFill>
                  <a:schemeClr val="tx1"/>
                </a:solidFill>
              </a:rPr>
              <a:t>. Ed 2. Morgan-Kaufmann, 1996. </a:t>
            </a:r>
            <a:endParaRPr lang="en-US" dirty="0" smtClean="0">
              <a:solidFill>
                <a:schemeClr val="tx1"/>
              </a:solidFill>
            </a:endParaRPr>
          </a:p>
          <a:p>
            <a:pPr eaLnBrk="1" hangingPunct="1">
              <a:lnSpc>
                <a:spcPct val="90000"/>
              </a:lnSpc>
            </a:pPr>
            <a:endParaRPr lang="en-US" sz="3200" dirty="0" smtClean="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ctrTitle"/>
          </p:nvPr>
        </p:nvSpPr>
        <p:spPr>
          <a:xfrm>
            <a:off x="4695194" y="2667300"/>
            <a:ext cx="4203553" cy="553998"/>
          </a:xfrm>
        </p:spPr>
        <p:txBody>
          <a:bodyPr/>
          <a:lstStyle/>
          <a:p>
            <a:pPr algn="r"/>
            <a:r>
              <a:rPr lang="en-IN" dirty="0" smtClean="0">
                <a:solidFill>
                  <a:schemeClr val="tx1"/>
                </a:solidFill>
              </a:rPr>
              <a:t>Thank You</a:t>
            </a:r>
            <a:endParaRPr lang="en-IN" dirty="0">
              <a:solidFill>
                <a:schemeClr val="tx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Wipro Master Colors">
      <a:dk1>
        <a:sysClr val="windowText" lastClr="000000"/>
      </a:dk1>
      <a:lt1>
        <a:srgbClr val="FFFFFF"/>
      </a:lt1>
      <a:dk2>
        <a:srgbClr val="3C3D48"/>
      </a:dk2>
      <a:lt2>
        <a:srgbClr val="CFD0D7"/>
      </a:lt2>
      <a:accent1>
        <a:srgbClr val="03A2DF"/>
      </a:accent1>
      <a:accent2>
        <a:srgbClr val="81C240"/>
      </a:accent2>
      <a:accent3>
        <a:srgbClr val="A757A0"/>
      </a:accent3>
      <a:accent4>
        <a:srgbClr val="FECD07"/>
      </a:accent4>
      <a:accent5>
        <a:srgbClr val="EE2D30"/>
      </a:accent5>
      <a:accent6>
        <a:srgbClr val="A1A2B1"/>
      </a:accent6>
      <a:hlink>
        <a:srgbClr val="81C240"/>
      </a:hlink>
      <a:folHlink>
        <a:srgbClr val="68CFF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lumMod val="50000"/>
                <a:lumOff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AFC9CB99B7EC47A93DE0664EC40C26" ma:contentTypeVersion="0" ma:contentTypeDescription="Create a new document." ma:contentTypeScope="" ma:versionID="9a8d983cafb9cac16b33f31761ce2874">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79AEA97F-3098-4A85-8E49-5BA6145ED37A}"/>
</file>

<file path=customXml/itemProps2.xml><?xml version="1.0" encoding="utf-8"?>
<ds:datastoreItem xmlns:ds="http://schemas.openxmlformats.org/officeDocument/2006/customXml" ds:itemID="{0D096E34-046F-45CF-AAE1-DEA6DA22EEC6}"/>
</file>

<file path=customXml/itemProps3.xml><?xml version="1.0" encoding="utf-8"?>
<ds:datastoreItem xmlns:ds="http://schemas.openxmlformats.org/officeDocument/2006/customXml" ds:itemID="{CE602FE6-E89B-493B-8BA6-CB9803943212}"/>
</file>

<file path=docProps/app.xml><?xml version="1.0" encoding="utf-8"?>
<Properties xmlns="http://schemas.openxmlformats.org/officeDocument/2006/extended-properties" xmlns:vt="http://schemas.openxmlformats.org/officeDocument/2006/docPropsVTypes">
  <TotalTime>14913</TotalTime>
  <Words>3154</Words>
  <Application>Microsoft Office PowerPoint</Application>
  <PresentationFormat>On-screen Show (4:3)</PresentationFormat>
  <Paragraphs>649</Paragraphs>
  <Slides>46</Slides>
  <Notes>46</Notes>
  <HiddenSlides>1</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Operating System</vt:lpstr>
      <vt:lpstr>PowerPoint Presentation</vt:lpstr>
      <vt:lpstr>Objectives</vt:lpstr>
      <vt:lpstr>PowerPoint Presentation</vt:lpstr>
      <vt:lpstr>PowerPoint Presentation</vt:lpstr>
      <vt:lpstr>Operating System</vt:lpstr>
      <vt:lpstr>PowerPoint Presentation</vt:lpstr>
      <vt:lpstr>Operating System - Types</vt:lpstr>
      <vt:lpstr>PowerPoint Presentation</vt:lpstr>
      <vt:lpstr>PowerPoint Presentation</vt:lpstr>
      <vt:lpstr>PowerPoint Presentation</vt:lpstr>
      <vt:lpstr>Quiz</vt:lpstr>
      <vt:lpstr>PowerPoint Presentation</vt:lpstr>
      <vt:lpstr>Memory Management</vt:lpstr>
      <vt:lpstr>Memory Management - How?</vt:lpstr>
      <vt:lpstr>Memory Management Unit (MMU)</vt:lpstr>
      <vt:lpstr>Memory Management Schemes</vt:lpstr>
      <vt:lpstr>Simple Paged Allocation</vt:lpstr>
      <vt:lpstr>Demand Paging</vt:lpstr>
      <vt:lpstr>Segmentation</vt:lpstr>
      <vt:lpstr>Quiz</vt:lpstr>
      <vt:lpstr>PowerPoint Presentation</vt:lpstr>
      <vt:lpstr>Process Management</vt:lpstr>
      <vt:lpstr>Why Process Management</vt:lpstr>
      <vt:lpstr>Why Process Management (Contd.).</vt:lpstr>
      <vt:lpstr>States of a Process </vt:lpstr>
      <vt:lpstr>Process State Diagram</vt:lpstr>
      <vt:lpstr>Context Switching</vt:lpstr>
      <vt:lpstr>Process Control Block</vt:lpstr>
      <vt:lpstr>Quiz</vt:lpstr>
      <vt:lpstr>PowerPoint Presentation</vt:lpstr>
      <vt:lpstr>File Concepts</vt:lpstr>
      <vt:lpstr>File Operations</vt:lpstr>
      <vt:lpstr>File Management System</vt:lpstr>
      <vt:lpstr>Responsibilities of File Management System</vt:lpstr>
      <vt:lpstr>File Systems</vt:lpstr>
      <vt:lpstr>Comparison of Different File Systems</vt:lpstr>
      <vt:lpstr>Quiz</vt:lpstr>
      <vt:lpstr>PowerPoint Presentation</vt:lpstr>
      <vt:lpstr>Device Management</vt:lpstr>
      <vt:lpstr>Device Management (Allocation Policy)</vt:lpstr>
      <vt:lpstr>Device Management (Allocation Policy) (Contd.).</vt:lpstr>
      <vt:lpstr>Quiz</vt:lpstr>
      <vt:lpstr>PowerPoint Presentation</vt:lpstr>
      <vt:lpstr>References</vt:lpstr>
      <vt:lpstr>Thank You</vt:lpstr>
    </vt:vector>
  </TitlesOfParts>
  <Company>kayleigh ryley graphic 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kayleigh ryley</dc:creator>
  <cp:lastModifiedBy>lalitc</cp:lastModifiedBy>
  <cp:revision>1054</cp:revision>
  <cp:lastPrinted>2011-09-27T16:59:14Z</cp:lastPrinted>
  <dcterms:created xsi:type="dcterms:W3CDTF">2012-01-09T21:59:21Z</dcterms:created>
  <dcterms:modified xsi:type="dcterms:W3CDTF">2012-04-25T08:28:19Z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891055</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ContentTypeId">
    <vt:lpwstr>0x010100BDAFC9CB99B7EC47A93DE0664EC40C26</vt:lpwstr>
  </property>
</Properties>
</file>